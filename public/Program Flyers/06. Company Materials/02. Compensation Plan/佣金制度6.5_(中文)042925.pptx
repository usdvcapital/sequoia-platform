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18"/>
  </p:notesMasterIdLst>
  <p:sldIdLst>
    <p:sldId id="318" r:id="rId4"/>
    <p:sldId id="274" r:id="rId5"/>
    <p:sldId id="271" r:id="rId6"/>
    <p:sldId id="281" r:id="rId7"/>
    <p:sldId id="325" r:id="rId8"/>
    <p:sldId id="287" r:id="rId9"/>
    <p:sldId id="314" r:id="rId10"/>
    <p:sldId id="326" r:id="rId11"/>
    <p:sldId id="329" r:id="rId12"/>
    <p:sldId id="328" r:id="rId13"/>
    <p:sldId id="327" r:id="rId14"/>
    <p:sldId id="330" r:id="rId15"/>
    <p:sldId id="293" r:id="rId16"/>
    <p:sldId id="3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96196" autoAdjust="0"/>
  </p:normalViewPr>
  <p:slideViewPr>
    <p:cSldViewPr snapToGrid="0" showGuides="1">
      <p:cViewPr varScale="1">
        <p:scale>
          <a:sx n="112" d="100"/>
          <a:sy n="112" d="100"/>
        </p:scale>
        <p:origin x="954" y="96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9B1CE1-84C1-4CF9-952D-32ACB17FF3C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7048FE-4326-48F2-84D8-09F912A3081F}">
      <dgm:prSet phldrT="[Text]"/>
      <dgm:spPr/>
      <dgm:t>
        <a:bodyPr/>
        <a:lstStyle/>
        <a:p>
          <a:r>
            <a:rPr lang="en-US">
              <a:solidFill>
                <a:schemeClr val="bg1"/>
              </a:solidFill>
              <a:latin typeface="Lucida Sans" panose="020B0602030504020204" pitchFamily="34" charset="0"/>
            </a:rPr>
            <a:t>Aaron</a:t>
          </a:r>
          <a:endParaRPr lang="en-US" dirty="0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5A6F5100-D610-4D57-9E2F-4739DBD05A20}" type="parTrans" cxnId="{779CBF5D-F740-4680-8A1F-25D81CDFE2F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5A2685DA-EDC5-445A-8FC0-63CDD3483B21}" type="sibTrans" cxnId="{779CBF5D-F740-4680-8A1F-25D81CDFE2F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2C9D00D4-ACCD-403D-9056-F2CD0C0ED75A}">
      <dgm:prSet phldrT="[Text]"/>
      <dgm:spPr/>
      <dgm:t>
        <a:bodyPr/>
        <a:lstStyle/>
        <a:p>
          <a:r>
            <a:rPr lang="en-US">
              <a:solidFill>
                <a:schemeClr val="bg1"/>
              </a:solidFill>
              <a:latin typeface="Lucida Sans" panose="020B0602030504020204" pitchFamily="34" charset="0"/>
            </a:rPr>
            <a:t>Brenda</a:t>
          </a:r>
          <a:endParaRPr lang="en-US" dirty="0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3B6BB4E7-B843-4322-B3AC-D895270DA1FC}" type="parTrans" cxnId="{5FAE3CA9-C7BF-4FCD-9C2D-C88FAA9D9B3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168EEA1E-A0FA-4725-9A89-6AD8891099FB}" type="sibTrans" cxnId="{5FAE3CA9-C7BF-4FCD-9C2D-C88FAA9D9B3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E87AC7EA-BF94-45AA-A487-42DC5DF866F7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Brian</a:t>
          </a:r>
        </a:p>
      </dgm:t>
    </dgm:pt>
    <dgm:pt modelId="{C8F364AE-6654-4594-911F-3CBE1F57DC6F}" type="parTrans" cxnId="{1578AE6C-ACCE-448E-808D-3C2625C1614D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FBBCB55C-AFDE-4E0A-8F32-A1611033FB93}" type="sibTrans" cxnId="{1578AE6C-ACCE-448E-808D-3C2625C1614D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C845BD80-A8DA-4743-A6E5-23ECE364B879}" type="pres">
      <dgm:prSet presAssocID="{4F9B1CE1-84C1-4CF9-952D-32ACB17FF3C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E8160C-90A8-4DB9-8E8C-BDDB5C64A2DF}" type="pres">
      <dgm:prSet presAssocID="{127048FE-4326-48F2-84D8-09F912A3081F}" presName="hierRoot1" presStyleCnt="0"/>
      <dgm:spPr/>
    </dgm:pt>
    <dgm:pt modelId="{9FBDF897-CEAC-461A-A83A-5E31B55306F7}" type="pres">
      <dgm:prSet presAssocID="{127048FE-4326-48F2-84D8-09F912A3081F}" presName="composite" presStyleCnt="0"/>
      <dgm:spPr/>
    </dgm:pt>
    <dgm:pt modelId="{D4676840-BA52-446B-BEAF-05C05BD1F5C1}" type="pres">
      <dgm:prSet presAssocID="{127048FE-4326-48F2-84D8-09F912A3081F}" presName="image" presStyleLbl="node0" presStyleIdx="0" presStyleCnt="1" custLinFactNeighborX="5875" custLinFactNeighborY="-2083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D49B6E1-794B-46C3-99CC-37A7D8410365}" type="pres">
      <dgm:prSet presAssocID="{127048FE-4326-48F2-84D8-09F912A3081F}" presName="text" presStyleLbl="revTx" presStyleIdx="0" presStyleCnt="3">
        <dgm:presLayoutVars>
          <dgm:chPref val="3"/>
        </dgm:presLayoutVars>
      </dgm:prSet>
      <dgm:spPr/>
    </dgm:pt>
    <dgm:pt modelId="{D350B741-5FE1-41C5-BD1C-3F45B439A9CC}" type="pres">
      <dgm:prSet presAssocID="{127048FE-4326-48F2-84D8-09F912A3081F}" presName="hierChild2" presStyleCnt="0"/>
      <dgm:spPr/>
    </dgm:pt>
    <dgm:pt modelId="{E082C214-6D11-4603-AD61-B9A570069FB0}" type="pres">
      <dgm:prSet presAssocID="{3B6BB4E7-B843-4322-B3AC-D895270DA1FC}" presName="Name10" presStyleLbl="parChTrans1D2" presStyleIdx="0" presStyleCnt="2"/>
      <dgm:spPr/>
    </dgm:pt>
    <dgm:pt modelId="{E623003C-1A89-499F-B9A6-C97E86E8C3CB}" type="pres">
      <dgm:prSet presAssocID="{2C9D00D4-ACCD-403D-9056-F2CD0C0ED75A}" presName="hierRoot2" presStyleCnt="0"/>
      <dgm:spPr/>
    </dgm:pt>
    <dgm:pt modelId="{F16DA43A-BC77-4C04-9002-723A4BF15D91}" type="pres">
      <dgm:prSet presAssocID="{2C9D00D4-ACCD-403D-9056-F2CD0C0ED75A}" presName="composite2" presStyleCnt="0"/>
      <dgm:spPr/>
    </dgm:pt>
    <dgm:pt modelId="{22E396E5-2C33-4885-882F-590E52817D28}" type="pres">
      <dgm:prSet presAssocID="{2C9D00D4-ACCD-403D-9056-F2CD0C0ED75A}" presName="image2" presStyleLbl="node2" presStyleIdx="0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5DAE4E9-5B13-4C5C-B437-2EE58D4538E0}" type="pres">
      <dgm:prSet presAssocID="{2C9D00D4-ACCD-403D-9056-F2CD0C0ED75A}" presName="text2" presStyleLbl="revTx" presStyleIdx="1" presStyleCnt="3">
        <dgm:presLayoutVars>
          <dgm:chPref val="3"/>
        </dgm:presLayoutVars>
      </dgm:prSet>
      <dgm:spPr/>
    </dgm:pt>
    <dgm:pt modelId="{4671CA77-93FA-460B-925A-E5EC72CEAAD4}" type="pres">
      <dgm:prSet presAssocID="{2C9D00D4-ACCD-403D-9056-F2CD0C0ED75A}" presName="hierChild3" presStyleCnt="0"/>
      <dgm:spPr/>
    </dgm:pt>
    <dgm:pt modelId="{07F776BD-D19E-4594-AE52-0B5FD2B15164}" type="pres">
      <dgm:prSet presAssocID="{C8F364AE-6654-4594-911F-3CBE1F57DC6F}" presName="Name10" presStyleLbl="parChTrans1D2" presStyleIdx="1" presStyleCnt="2"/>
      <dgm:spPr/>
    </dgm:pt>
    <dgm:pt modelId="{2DB25C51-5EAE-4AF4-BEA3-D9FCEDB2CD53}" type="pres">
      <dgm:prSet presAssocID="{E87AC7EA-BF94-45AA-A487-42DC5DF866F7}" presName="hierRoot2" presStyleCnt="0"/>
      <dgm:spPr/>
    </dgm:pt>
    <dgm:pt modelId="{2873A61F-D175-4CA5-9C2D-8E4145E99813}" type="pres">
      <dgm:prSet presAssocID="{E87AC7EA-BF94-45AA-A487-42DC5DF866F7}" presName="composite2" presStyleCnt="0"/>
      <dgm:spPr/>
    </dgm:pt>
    <dgm:pt modelId="{CF964134-4139-4984-B66E-3DEDF5BF6838}" type="pres">
      <dgm:prSet presAssocID="{E87AC7EA-BF94-45AA-A487-42DC5DF866F7}" presName="image2" presStyleLbl="node2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6705A0C1-33E4-4F94-8CF9-3DF9FB502C19}" type="pres">
      <dgm:prSet presAssocID="{E87AC7EA-BF94-45AA-A487-42DC5DF866F7}" presName="text2" presStyleLbl="revTx" presStyleIdx="2" presStyleCnt="3">
        <dgm:presLayoutVars>
          <dgm:chPref val="3"/>
        </dgm:presLayoutVars>
      </dgm:prSet>
      <dgm:spPr/>
    </dgm:pt>
    <dgm:pt modelId="{22FDCEB3-8D30-4428-8FD3-C65433ECDDCA}" type="pres">
      <dgm:prSet presAssocID="{E87AC7EA-BF94-45AA-A487-42DC5DF866F7}" presName="hierChild3" presStyleCnt="0"/>
      <dgm:spPr/>
    </dgm:pt>
  </dgm:ptLst>
  <dgm:cxnLst>
    <dgm:cxn modelId="{EBD93D06-FF76-480D-86FF-F262CF352FFE}" type="presOf" srcId="{3B6BB4E7-B843-4322-B3AC-D895270DA1FC}" destId="{E082C214-6D11-4603-AD61-B9A570069FB0}" srcOrd="0" destOrd="0" presId="urn:microsoft.com/office/officeart/2009/layout/CirclePictureHierarchy"/>
    <dgm:cxn modelId="{2943A60C-442A-454C-9EC7-946A23980B83}" type="presOf" srcId="{2C9D00D4-ACCD-403D-9056-F2CD0C0ED75A}" destId="{A5DAE4E9-5B13-4C5C-B437-2EE58D4538E0}" srcOrd="0" destOrd="0" presId="urn:microsoft.com/office/officeart/2009/layout/CirclePictureHierarchy"/>
    <dgm:cxn modelId="{779CBF5D-F740-4680-8A1F-25D81CDFE2F6}" srcId="{4F9B1CE1-84C1-4CF9-952D-32ACB17FF3C2}" destId="{127048FE-4326-48F2-84D8-09F912A3081F}" srcOrd="0" destOrd="0" parTransId="{5A6F5100-D610-4D57-9E2F-4739DBD05A20}" sibTransId="{5A2685DA-EDC5-445A-8FC0-63CDD3483B21}"/>
    <dgm:cxn modelId="{1578AE6C-ACCE-448E-808D-3C2625C1614D}" srcId="{127048FE-4326-48F2-84D8-09F912A3081F}" destId="{E87AC7EA-BF94-45AA-A487-42DC5DF866F7}" srcOrd="1" destOrd="0" parTransId="{C8F364AE-6654-4594-911F-3CBE1F57DC6F}" sibTransId="{FBBCB55C-AFDE-4E0A-8F32-A1611033FB93}"/>
    <dgm:cxn modelId="{B54027A1-ABB9-4CEE-BFD5-214890DD83A4}" type="presOf" srcId="{E87AC7EA-BF94-45AA-A487-42DC5DF866F7}" destId="{6705A0C1-33E4-4F94-8CF9-3DF9FB502C19}" srcOrd="0" destOrd="0" presId="urn:microsoft.com/office/officeart/2009/layout/CirclePictureHierarchy"/>
    <dgm:cxn modelId="{5FAE3CA9-C7BF-4FCD-9C2D-C88FAA9D9B36}" srcId="{127048FE-4326-48F2-84D8-09F912A3081F}" destId="{2C9D00D4-ACCD-403D-9056-F2CD0C0ED75A}" srcOrd="0" destOrd="0" parTransId="{3B6BB4E7-B843-4322-B3AC-D895270DA1FC}" sibTransId="{168EEA1E-A0FA-4725-9A89-6AD8891099FB}"/>
    <dgm:cxn modelId="{A5A489C0-FA9E-493B-A8EE-7F4FF7161261}" type="presOf" srcId="{127048FE-4326-48F2-84D8-09F912A3081F}" destId="{AD49B6E1-794B-46C3-99CC-37A7D8410365}" srcOrd="0" destOrd="0" presId="urn:microsoft.com/office/officeart/2009/layout/CirclePictureHierarchy"/>
    <dgm:cxn modelId="{AD5D2BE0-E431-4A2E-97AD-2E82FBEE476D}" type="presOf" srcId="{C8F364AE-6654-4594-911F-3CBE1F57DC6F}" destId="{07F776BD-D19E-4594-AE52-0B5FD2B15164}" srcOrd="0" destOrd="0" presId="urn:microsoft.com/office/officeart/2009/layout/CirclePictureHierarchy"/>
    <dgm:cxn modelId="{6E2E6FF6-7E6B-4747-918D-96AFE7308189}" type="presOf" srcId="{4F9B1CE1-84C1-4CF9-952D-32ACB17FF3C2}" destId="{C845BD80-A8DA-4743-A6E5-23ECE364B879}" srcOrd="0" destOrd="0" presId="urn:microsoft.com/office/officeart/2009/layout/CirclePictureHierarchy"/>
    <dgm:cxn modelId="{B4D8F67E-A228-4631-A6E7-1FECB5AB7B8E}" type="presParOf" srcId="{C845BD80-A8DA-4743-A6E5-23ECE364B879}" destId="{A8E8160C-90A8-4DB9-8E8C-BDDB5C64A2DF}" srcOrd="0" destOrd="0" presId="urn:microsoft.com/office/officeart/2009/layout/CirclePictureHierarchy"/>
    <dgm:cxn modelId="{8E7DB079-09CB-403B-94A1-DF079DDD86AE}" type="presParOf" srcId="{A8E8160C-90A8-4DB9-8E8C-BDDB5C64A2DF}" destId="{9FBDF897-CEAC-461A-A83A-5E31B55306F7}" srcOrd="0" destOrd="0" presId="urn:microsoft.com/office/officeart/2009/layout/CirclePictureHierarchy"/>
    <dgm:cxn modelId="{28F8457A-9B94-4AD6-868B-B95F52200151}" type="presParOf" srcId="{9FBDF897-CEAC-461A-A83A-5E31B55306F7}" destId="{D4676840-BA52-446B-BEAF-05C05BD1F5C1}" srcOrd="0" destOrd="0" presId="urn:microsoft.com/office/officeart/2009/layout/CirclePictureHierarchy"/>
    <dgm:cxn modelId="{6EC7FCD3-CAA3-48DC-8213-E52D733BF703}" type="presParOf" srcId="{9FBDF897-CEAC-461A-A83A-5E31B55306F7}" destId="{AD49B6E1-794B-46C3-99CC-37A7D8410365}" srcOrd="1" destOrd="0" presId="urn:microsoft.com/office/officeart/2009/layout/CirclePictureHierarchy"/>
    <dgm:cxn modelId="{703D15E0-8348-4ABA-9075-B2B3E083DE34}" type="presParOf" srcId="{A8E8160C-90A8-4DB9-8E8C-BDDB5C64A2DF}" destId="{D350B741-5FE1-41C5-BD1C-3F45B439A9CC}" srcOrd="1" destOrd="0" presId="urn:microsoft.com/office/officeart/2009/layout/CirclePictureHierarchy"/>
    <dgm:cxn modelId="{5DBEB10B-EF72-4120-8C9D-DD3068556C8E}" type="presParOf" srcId="{D350B741-5FE1-41C5-BD1C-3F45B439A9CC}" destId="{E082C214-6D11-4603-AD61-B9A570069FB0}" srcOrd="0" destOrd="0" presId="urn:microsoft.com/office/officeart/2009/layout/CirclePictureHierarchy"/>
    <dgm:cxn modelId="{E88A7FFD-AC16-45F6-B181-B972BABD8F18}" type="presParOf" srcId="{D350B741-5FE1-41C5-BD1C-3F45B439A9CC}" destId="{E623003C-1A89-499F-B9A6-C97E86E8C3CB}" srcOrd="1" destOrd="0" presId="urn:microsoft.com/office/officeart/2009/layout/CirclePictureHierarchy"/>
    <dgm:cxn modelId="{9956D003-F8AD-42CA-BAA9-566855E2E0B7}" type="presParOf" srcId="{E623003C-1A89-499F-B9A6-C97E86E8C3CB}" destId="{F16DA43A-BC77-4C04-9002-723A4BF15D91}" srcOrd="0" destOrd="0" presId="urn:microsoft.com/office/officeart/2009/layout/CirclePictureHierarchy"/>
    <dgm:cxn modelId="{16A0907B-C5CF-42D0-8114-64A5D3B6AB69}" type="presParOf" srcId="{F16DA43A-BC77-4C04-9002-723A4BF15D91}" destId="{22E396E5-2C33-4885-882F-590E52817D28}" srcOrd="0" destOrd="0" presId="urn:microsoft.com/office/officeart/2009/layout/CirclePictureHierarchy"/>
    <dgm:cxn modelId="{E4E798F3-DF95-4A8F-A931-5B09414C4EFC}" type="presParOf" srcId="{F16DA43A-BC77-4C04-9002-723A4BF15D91}" destId="{A5DAE4E9-5B13-4C5C-B437-2EE58D4538E0}" srcOrd="1" destOrd="0" presId="urn:microsoft.com/office/officeart/2009/layout/CirclePictureHierarchy"/>
    <dgm:cxn modelId="{E17B87B8-01AE-4749-B2E3-0DED64857E07}" type="presParOf" srcId="{E623003C-1A89-499F-B9A6-C97E86E8C3CB}" destId="{4671CA77-93FA-460B-925A-E5EC72CEAAD4}" srcOrd="1" destOrd="0" presId="urn:microsoft.com/office/officeart/2009/layout/CirclePictureHierarchy"/>
    <dgm:cxn modelId="{03A964A0-4149-4AA7-A9DC-2C03F97CBB91}" type="presParOf" srcId="{D350B741-5FE1-41C5-BD1C-3F45B439A9CC}" destId="{07F776BD-D19E-4594-AE52-0B5FD2B15164}" srcOrd="2" destOrd="0" presId="urn:microsoft.com/office/officeart/2009/layout/CirclePictureHierarchy"/>
    <dgm:cxn modelId="{21232E56-33A0-4E9A-97DB-178C284377B1}" type="presParOf" srcId="{D350B741-5FE1-41C5-BD1C-3F45B439A9CC}" destId="{2DB25C51-5EAE-4AF4-BEA3-D9FCEDB2CD53}" srcOrd="3" destOrd="0" presId="urn:microsoft.com/office/officeart/2009/layout/CirclePictureHierarchy"/>
    <dgm:cxn modelId="{323D77D4-E42C-483E-9587-790FF0E38169}" type="presParOf" srcId="{2DB25C51-5EAE-4AF4-BEA3-D9FCEDB2CD53}" destId="{2873A61F-D175-4CA5-9C2D-8E4145E99813}" srcOrd="0" destOrd="0" presId="urn:microsoft.com/office/officeart/2009/layout/CirclePictureHierarchy"/>
    <dgm:cxn modelId="{21BD7348-F68B-4A7D-9283-341A29AFC321}" type="presParOf" srcId="{2873A61F-D175-4CA5-9C2D-8E4145E99813}" destId="{CF964134-4139-4984-B66E-3DEDF5BF6838}" srcOrd="0" destOrd="0" presId="urn:microsoft.com/office/officeart/2009/layout/CirclePictureHierarchy"/>
    <dgm:cxn modelId="{D06D351A-535E-4F8A-86F2-88F5BA0D3D37}" type="presParOf" srcId="{2873A61F-D175-4CA5-9C2D-8E4145E99813}" destId="{6705A0C1-33E4-4F94-8CF9-3DF9FB502C19}" srcOrd="1" destOrd="0" presId="urn:microsoft.com/office/officeart/2009/layout/CirclePictureHierarchy"/>
    <dgm:cxn modelId="{36A87395-D1DC-477A-86EE-F99E6D131A2D}" type="presParOf" srcId="{2DB25C51-5EAE-4AF4-BEA3-D9FCEDB2CD53}" destId="{22FDCEB3-8D30-4428-8FD3-C65433ECDDCA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9B1CE1-84C1-4CF9-952D-32ACB17FF3C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7048FE-4326-48F2-84D8-09F912A3081F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Aaron</a:t>
          </a:r>
        </a:p>
      </dgm:t>
    </dgm:pt>
    <dgm:pt modelId="{5A6F5100-D610-4D57-9E2F-4739DBD05A20}" type="parTrans" cxnId="{779CBF5D-F740-4680-8A1F-25D81CDFE2F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5A2685DA-EDC5-445A-8FC0-63CDD3483B21}" type="sibTrans" cxnId="{779CBF5D-F740-4680-8A1F-25D81CDFE2F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2C9D00D4-ACCD-403D-9056-F2CD0C0ED75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Brenda</a:t>
          </a:r>
        </a:p>
      </dgm:t>
    </dgm:pt>
    <dgm:pt modelId="{3B6BB4E7-B843-4322-B3AC-D895270DA1FC}" type="parTrans" cxnId="{5FAE3CA9-C7BF-4FCD-9C2D-C88FAA9D9B3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168EEA1E-A0FA-4725-9A89-6AD8891099FB}" type="sibTrans" cxnId="{5FAE3CA9-C7BF-4FCD-9C2D-C88FAA9D9B3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B176A116-F193-44D5-B201-5AAE5F35D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Chris</a:t>
          </a:r>
        </a:p>
      </dgm:t>
    </dgm:pt>
    <dgm:pt modelId="{AAD62DB5-137E-4AAB-926F-69AAB446D5D6}" type="parTrans" cxnId="{5076FC48-557C-4539-B43C-57B7CD68F36E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86B0800C-A5A3-40FF-8221-BB1630A0D79B}" type="sibTrans" cxnId="{5076FC48-557C-4539-B43C-57B7CD68F36E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8993A762-DBD0-403C-BA0F-5C139CFC193B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Crystal</a:t>
          </a:r>
        </a:p>
      </dgm:t>
    </dgm:pt>
    <dgm:pt modelId="{160AEB02-F4C9-4CC2-9D6E-7F3DADF26380}" type="parTrans" cxnId="{D596B93A-1216-4475-BC58-A8E48EBE6455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E24979D6-3122-402C-A4A0-0FB5013BF438}" type="sibTrans" cxnId="{D596B93A-1216-4475-BC58-A8E48EBE6455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E87AC7EA-BF94-45AA-A487-42DC5DF866F7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Brian</a:t>
          </a:r>
        </a:p>
      </dgm:t>
    </dgm:pt>
    <dgm:pt modelId="{C8F364AE-6654-4594-911F-3CBE1F57DC6F}" type="parTrans" cxnId="{1578AE6C-ACCE-448E-808D-3C2625C1614D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FBBCB55C-AFDE-4E0A-8F32-A1611033FB93}" type="sibTrans" cxnId="{1578AE6C-ACCE-448E-808D-3C2625C1614D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00B69DB7-0D75-47A9-A395-D7481C9A930B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Cindy</a:t>
          </a:r>
        </a:p>
      </dgm:t>
    </dgm:pt>
    <dgm:pt modelId="{444310CD-DD34-4FA2-A3FB-9E6A58871940}" type="parTrans" cxnId="{09EAF33D-FE14-47EF-ADD2-EEAC26F6927C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CC6CB0D8-80A7-4A11-B92F-8E9F2B23E2D3}" type="sibTrans" cxnId="{09EAF33D-FE14-47EF-ADD2-EEAC26F6927C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C845BD80-A8DA-4743-A6E5-23ECE364B879}" type="pres">
      <dgm:prSet presAssocID="{4F9B1CE1-84C1-4CF9-952D-32ACB17FF3C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E8160C-90A8-4DB9-8E8C-BDDB5C64A2DF}" type="pres">
      <dgm:prSet presAssocID="{127048FE-4326-48F2-84D8-09F912A3081F}" presName="hierRoot1" presStyleCnt="0"/>
      <dgm:spPr/>
    </dgm:pt>
    <dgm:pt modelId="{9FBDF897-CEAC-461A-A83A-5E31B55306F7}" type="pres">
      <dgm:prSet presAssocID="{127048FE-4326-48F2-84D8-09F912A3081F}" presName="composite" presStyleCnt="0"/>
      <dgm:spPr/>
    </dgm:pt>
    <dgm:pt modelId="{D4676840-BA52-446B-BEAF-05C05BD1F5C1}" type="pres">
      <dgm:prSet presAssocID="{127048FE-4326-48F2-84D8-09F912A3081F}" presName="image" presStyleLbl="node0" presStyleIdx="0" presStyleCnt="1" custLinFactNeighborX="5875" custLinFactNeighborY="-2083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D49B6E1-794B-46C3-99CC-37A7D8410365}" type="pres">
      <dgm:prSet presAssocID="{127048FE-4326-48F2-84D8-09F912A3081F}" presName="text" presStyleLbl="revTx" presStyleIdx="0" presStyleCnt="6">
        <dgm:presLayoutVars>
          <dgm:chPref val="3"/>
        </dgm:presLayoutVars>
      </dgm:prSet>
      <dgm:spPr/>
    </dgm:pt>
    <dgm:pt modelId="{D350B741-5FE1-41C5-BD1C-3F45B439A9CC}" type="pres">
      <dgm:prSet presAssocID="{127048FE-4326-48F2-84D8-09F912A3081F}" presName="hierChild2" presStyleCnt="0"/>
      <dgm:spPr/>
    </dgm:pt>
    <dgm:pt modelId="{E082C214-6D11-4603-AD61-B9A570069FB0}" type="pres">
      <dgm:prSet presAssocID="{3B6BB4E7-B843-4322-B3AC-D895270DA1FC}" presName="Name10" presStyleLbl="parChTrans1D2" presStyleIdx="0" presStyleCnt="2"/>
      <dgm:spPr/>
    </dgm:pt>
    <dgm:pt modelId="{E623003C-1A89-499F-B9A6-C97E86E8C3CB}" type="pres">
      <dgm:prSet presAssocID="{2C9D00D4-ACCD-403D-9056-F2CD0C0ED75A}" presName="hierRoot2" presStyleCnt="0"/>
      <dgm:spPr/>
    </dgm:pt>
    <dgm:pt modelId="{F16DA43A-BC77-4C04-9002-723A4BF15D91}" type="pres">
      <dgm:prSet presAssocID="{2C9D00D4-ACCD-403D-9056-F2CD0C0ED75A}" presName="composite2" presStyleCnt="0"/>
      <dgm:spPr/>
    </dgm:pt>
    <dgm:pt modelId="{22E396E5-2C33-4885-882F-590E52817D28}" type="pres">
      <dgm:prSet presAssocID="{2C9D00D4-ACCD-403D-9056-F2CD0C0ED75A}" presName="image2" presStyleLbl="node2" presStyleIdx="0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5DAE4E9-5B13-4C5C-B437-2EE58D4538E0}" type="pres">
      <dgm:prSet presAssocID="{2C9D00D4-ACCD-403D-9056-F2CD0C0ED75A}" presName="text2" presStyleLbl="revTx" presStyleIdx="1" presStyleCnt="6">
        <dgm:presLayoutVars>
          <dgm:chPref val="3"/>
        </dgm:presLayoutVars>
      </dgm:prSet>
      <dgm:spPr/>
    </dgm:pt>
    <dgm:pt modelId="{4671CA77-93FA-460B-925A-E5EC72CEAAD4}" type="pres">
      <dgm:prSet presAssocID="{2C9D00D4-ACCD-403D-9056-F2CD0C0ED75A}" presName="hierChild3" presStyleCnt="0"/>
      <dgm:spPr/>
    </dgm:pt>
    <dgm:pt modelId="{F6CE209A-1F67-4CC2-90DE-6694BB56D403}" type="pres">
      <dgm:prSet presAssocID="{AAD62DB5-137E-4AAB-926F-69AAB446D5D6}" presName="Name17" presStyleLbl="parChTrans1D3" presStyleIdx="0" presStyleCnt="3"/>
      <dgm:spPr/>
    </dgm:pt>
    <dgm:pt modelId="{88B0EBF2-2CB6-4936-A550-0579B12A0D62}" type="pres">
      <dgm:prSet presAssocID="{B176A116-F193-44D5-B201-5AAE5F35DD12}" presName="hierRoot3" presStyleCnt="0"/>
      <dgm:spPr/>
    </dgm:pt>
    <dgm:pt modelId="{717EF922-C9D1-4AE3-A314-0549EE8FA030}" type="pres">
      <dgm:prSet presAssocID="{B176A116-F193-44D5-B201-5AAE5F35DD12}" presName="composite3" presStyleCnt="0"/>
      <dgm:spPr/>
    </dgm:pt>
    <dgm:pt modelId="{F3D43CB5-102A-4753-B3D5-9A32960429B6}" type="pres">
      <dgm:prSet presAssocID="{B176A116-F193-44D5-B201-5AAE5F35DD12}" presName="image3" presStyleLbl="node3" presStyleIdx="0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B636CBBC-28BE-4407-B3AD-7E294F28B4F0}" type="pres">
      <dgm:prSet presAssocID="{B176A116-F193-44D5-B201-5AAE5F35DD12}" presName="text3" presStyleLbl="revTx" presStyleIdx="2" presStyleCnt="6">
        <dgm:presLayoutVars>
          <dgm:chPref val="3"/>
        </dgm:presLayoutVars>
      </dgm:prSet>
      <dgm:spPr/>
    </dgm:pt>
    <dgm:pt modelId="{3F4215E2-B8CA-4B3A-B01D-C418E8C058A5}" type="pres">
      <dgm:prSet presAssocID="{B176A116-F193-44D5-B201-5AAE5F35DD12}" presName="hierChild4" presStyleCnt="0"/>
      <dgm:spPr/>
    </dgm:pt>
    <dgm:pt modelId="{CE783857-DBE8-4A22-8479-9223B0D8E67B}" type="pres">
      <dgm:prSet presAssocID="{160AEB02-F4C9-4CC2-9D6E-7F3DADF26380}" presName="Name17" presStyleLbl="parChTrans1D3" presStyleIdx="1" presStyleCnt="3"/>
      <dgm:spPr/>
    </dgm:pt>
    <dgm:pt modelId="{52A0C68B-B44E-431B-882D-5741BEE484F3}" type="pres">
      <dgm:prSet presAssocID="{8993A762-DBD0-403C-BA0F-5C139CFC193B}" presName="hierRoot3" presStyleCnt="0"/>
      <dgm:spPr/>
    </dgm:pt>
    <dgm:pt modelId="{2D80B0B6-7B79-4B10-84E7-1B243B8092BD}" type="pres">
      <dgm:prSet presAssocID="{8993A762-DBD0-403C-BA0F-5C139CFC193B}" presName="composite3" presStyleCnt="0"/>
      <dgm:spPr/>
    </dgm:pt>
    <dgm:pt modelId="{B4E9D19F-6750-4B70-844C-FE139044D1FD}" type="pres">
      <dgm:prSet presAssocID="{8993A762-DBD0-403C-BA0F-5C139CFC193B}" presName="image3" presStyleLbl="node3" presStyleIdx="1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35C17AF2-CC9A-4DC2-A81B-B6FF729FAED1}" type="pres">
      <dgm:prSet presAssocID="{8993A762-DBD0-403C-BA0F-5C139CFC193B}" presName="text3" presStyleLbl="revTx" presStyleIdx="3" presStyleCnt="6">
        <dgm:presLayoutVars>
          <dgm:chPref val="3"/>
        </dgm:presLayoutVars>
      </dgm:prSet>
      <dgm:spPr/>
    </dgm:pt>
    <dgm:pt modelId="{4FC77AB0-713C-47CD-837C-BF3B07DFE188}" type="pres">
      <dgm:prSet presAssocID="{8993A762-DBD0-403C-BA0F-5C139CFC193B}" presName="hierChild4" presStyleCnt="0"/>
      <dgm:spPr/>
    </dgm:pt>
    <dgm:pt modelId="{489679AF-091D-4AD8-9817-9D2B41F8A253}" type="pres">
      <dgm:prSet presAssocID="{C8F364AE-6654-4594-911F-3CBE1F57DC6F}" presName="Name10" presStyleLbl="parChTrans1D2" presStyleIdx="1" presStyleCnt="2"/>
      <dgm:spPr/>
    </dgm:pt>
    <dgm:pt modelId="{B311BAEE-9999-4D8D-8D20-1344660E793C}" type="pres">
      <dgm:prSet presAssocID="{E87AC7EA-BF94-45AA-A487-42DC5DF866F7}" presName="hierRoot2" presStyleCnt="0"/>
      <dgm:spPr/>
    </dgm:pt>
    <dgm:pt modelId="{6E807E80-7AD1-4981-A53A-E2A3138BE105}" type="pres">
      <dgm:prSet presAssocID="{E87AC7EA-BF94-45AA-A487-42DC5DF866F7}" presName="composite2" presStyleCnt="0"/>
      <dgm:spPr/>
    </dgm:pt>
    <dgm:pt modelId="{25D5FDBC-AC6D-42D1-99A6-145DAABCC3F2}" type="pres">
      <dgm:prSet presAssocID="{E87AC7EA-BF94-45AA-A487-42DC5DF866F7}" presName="image2" presStyleLbl="node2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240AB22-586C-4A9F-AA4B-24F70E059A00}" type="pres">
      <dgm:prSet presAssocID="{E87AC7EA-BF94-45AA-A487-42DC5DF866F7}" presName="text2" presStyleLbl="revTx" presStyleIdx="4" presStyleCnt="6">
        <dgm:presLayoutVars>
          <dgm:chPref val="3"/>
        </dgm:presLayoutVars>
      </dgm:prSet>
      <dgm:spPr/>
    </dgm:pt>
    <dgm:pt modelId="{07AA72FB-C2FF-4757-93CB-254311B0476E}" type="pres">
      <dgm:prSet presAssocID="{E87AC7EA-BF94-45AA-A487-42DC5DF866F7}" presName="hierChild3" presStyleCnt="0"/>
      <dgm:spPr/>
    </dgm:pt>
    <dgm:pt modelId="{D61B2060-A265-445A-9D17-DD3E9FD7E4CE}" type="pres">
      <dgm:prSet presAssocID="{444310CD-DD34-4FA2-A3FB-9E6A58871940}" presName="Name17" presStyleLbl="parChTrans1D3" presStyleIdx="2" presStyleCnt="3"/>
      <dgm:spPr/>
    </dgm:pt>
    <dgm:pt modelId="{D5AC37DC-A6CF-48CD-8E07-C51D5316E86A}" type="pres">
      <dgm:prSet presAssocID="{00B69DB7-0D75-47A9-A395-D7481C9A930B}" presName="hierRoot3" presStyleCnt="0"/>
      <dgm:spPr/>
    </dgm:pt>
    <dgm:pt modelId="{2F3CEB77-E045-497C-B052-D008BF65455B}" type="pres">
      <dgm:prSet presAssocID="{00B69DB7-0D75-47A9-A395-D7481C9A930B}" presName="composite3" presStyleCnt="0"/>
      <dgm:spPr/>
    </dgm:pt>
    <dgm:pt modelId="{73D3222F-6629-4ABC-85EE-53D7F603DF8F}" type="pres">
      <dgm:prSet presAssocID="{00B69DB7-0D75-47A9-A395-D7481C9A930B}" presName="image3" presStyleLbl="node3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6416B3E-FFF4-41A1-9900-7FADF28981A6}" type="pres">
      <dgm:prSet presAssocID="{00B69DB7-0D75-47A9-A395-D7481C9A930B}" presName="text3" presStyleLbl="revTx" presStyleIdx="5" presStyleCnt="6">
        <dgm:presLayoutVars>
          <dgm:chPref val="3"/>
        </dgm:presLayoutVars>
      </dgm:prSet>
      <dgm:spPr/>
    </dgm:pt>
    <dgm:pt modelId="{DAB51BED-2418-4F88-9E2A-35364E91ED9B}" type="pres">
      <dgm:prSet presAssocID="{00B69DB7-0D75-47A9-A395-D7481C9A930B}" presName="hierChild4" presStyleCnt="0"/>
      <dgm:spPr/>
    </dgm:pt>
  </dgm:ptLst>
  <dgm:cxnLst>
    <dgm:cxn modelId="{260F2D02-D216-4155-A3BB-DB5E4D071BEA}" type="presOf" srcId="{444310CD-DD34-4FA2-A3FB-9E6A58871940}" destId="{D61B2060-A265-445A-9D17-DD3E9FD7E4CE}" srcOrd="0" destOrd="0" presId="urn:microsoft.com/office/officeart/2009/layout/CirclePictureHierarchy"/>
    <dgm:cxn modelId="{EBD93D06-FF76-480D-86FF-F262CF352FFE}" type="presOf" srcId="{3B6BB4E7-B843-4322-B3AC-D895270DA1FC}" destId="{E082C214-6D11-4603-AD61-B9A570069FB0}" srcOrd="0" destOrd="0" presId="urn:microsoft.com/office/officeart/2009/layout/CirclePictureHierarchy"/>
    <dgm:cxn modelId="{2943A60C-442A-454C-9EC7-946A23980B83}" type="presOf" srcId="{2C9D00D4-ACCD-403D-9056-F2CD0C0ED75A}" destId="{A5DAE4E9-5B13-4C5C-B437-2EE58D4538E0}" srcOrd="0" destOrd="0" presId="urn:microsoft.com/office/officeart/2009/layout/CirclePictureHierarchy"/>
    <dgm:cxn modelId="{D1787128-0D06-43B3-A044-F3DEB1C4F039}" type="presOf" srcId="{160AEB02-F4C9-4CC2-9D6E-7F3DADF26380}" destId="{CE783857-DBE8-4A22-8479-9223B0D8E67B}" srcOrd="0" destOrd="0" presId="urn:microsoft.com/office/officeart/2009/layout/CirclePictureHierarchy"/>
    <dgm:cxn modelId="{BB93F132-6651-4A9A-BFC7-22F0AA3D10FA}" type="presOf" srcId="{E87AC7EA-BF94-45AA-A487-42DC5DF866F7}" destId="{E240AB22-586C-4A9F-AA4B-24F70E059A00}" srcOrd="0" destOrd="0" presId="urn:microsoft.com/office/officeart/2009/layout/CirclePictureHierarchy"/>
    <dgm:cxn modelId="{8A3FD137-89EE-4AFC-AE42-CFDED4A58134}" type="presOf" srcId="{00B69DB7-0D75-47A9-A395-D7481C9A930B}" destId="{66416B3E-FFF4-41A1-9900-7FADF28981A6}" srcOrd="0" destOrd="0" presId="urn:microsoft.com/office/officeart/2009/layout/CirclePictureHierarchy"/>
    <dgm:cxn modelId="{D596B93A-1216-4475-BC58-A8E48EBE6455}" srcId="{2C9D00D4-ACCD-403D-9056-F2CD0C0ED75A}" destId="{8993A762-DBD0-403C-BA0F-5C139CFC193B}" srcOrd="1" destOrd="0" parTransId="{160AEB02-F4C9-4CC2-9D6E-7F3DADF26380}" sibTransId="{E24979D6-3122-402C-A4A0-0FB5013BF438}"/>
    <dgm:cxn modelId="{4532D63C-B962-4492-877B-1881685D90D0}" type="presOf" srcId="{C8F364AE-6654-4594-911F-3CBE1F57DC6F}" destId="{489679AF-091D-4AD8-9817-9D2B41F8A253}" srcOrd="0" destOrd="0" presId="urn:microsoft.com/office/officeart/2009/layout/CirclePictureHierarchy"/>
    <dgm:cxn modelId="{09EAF33D-FE14-47EF-ADD2-EEAC26F6927C}" srcId="{E87AC7EA-BF94-45AA-A487-42DC5DF866F7}" destId="{00B69DB7-0D75-47A9-A395-D7481C9A930B}" srcOrd="0" destOrd="0" parTransId="{444310CD-DD34-4FA2-A3FB-9E6A58871940}" sibTransId="{CC6CB0D8-80A7-4A11-B92F-8E9F2B23E2D3}"/>
    <dgm:cxn modelId="{779CBF5D-F740-4680-8A1F-25D81CDFE2F6}" srcId="{4F9B1CE1-84C1-4CF9-952D-32ACB17FF3C2}" destId="{127048FE-4326-48F2-84D8-09F912A3081F}" srcOrd="0" destOrd="0" parTransId="{5A6F5100-D610-4D57-9E2F-4739DBD05A20}" sibTransId="{5A2685DA-EDC5-445A-8FC0-63CDD3483B21}"/>
    <dgm:cxn modelId="{5076FC48-557C-4539-B43C-57B7CD68F36E}" srcId="{2C9D00D4-ACCD-403D-9056-F2CD0C0ED75A}" destId="{B176A116-F193-44D5-B201-5AAE5F35DD12}" srcOrd="0" destOrd="0" parTransId="{AAD62DB5-137E-4AAB-926F-69AAB446D5D6}" sibTransId="{86B0800C-A5A3-40FF-8221-BB1630A0D79B}"/>
    <dgm:cxn modelId="{1578AE6C-ACCE-448E-808D-3C2625C1614D}" srcId="{127048FE-4326-48F2-84D8-09F912A3081F}" destId="{E87AC7EA-BF94-45AA-A487-42DC5DF866F7}" srcOrd="1" destOrd="0" parTransId="{C8F364AE-6654-4594-911F-3CBE1F57DC6F}" sibTransId="{FBBCB55C-AFDE-4E0A-8F32-A1611033FB93}"/>
    <dgm:cxn modelId="{929B8D8D-0782-48DE-9D7C-5C770A9425C4}" type="presOf" srcId="{8993A762-DBD0-403C-BA0F-5C139CFC193B}" destId="{35C17AF2-CC9A-4DC2-A81B-B6FF729FAED1}" srcOrd="0" destOrd="0" presId="urn:microsoft.com/office/officeart/2009/layout/CirclePictureHierarchy"/>
    <dgm:cxn modelId="{E1F537A9-5968-40BA-8153-C9D3BD74C9B0}" type="presOf" srcId="{B176A116-F193-44D5-B201-5AAE5F35DD12}" destId="{B636CBBC-28BE-4407-B3AD-7E294F28B4F0}" srcOrd="0" destOrd="0" presId="urn:microsoft.com/office/officeart/2009/layout/CirclePictureHierarchy"/>
    <dgm:cxn modelId="{5FAE3CA9-C7BF-4FCD-9C2D-C88FAA9D9B36}" srcId="{127048FE-4326-48F2-84D8-09F912A3081F}" destId="{2C9D00D4-ACCD-403D-9056-F2CD0C0ED75A}" srcOrd="0" destOrd="0" parTransId="{3B6BB4E7-B843-4322-B3AC-D895270DA1FC}" sibTransId="{168EEA1E-A0FA-4725-9A89-6AD8891099FB}"/>
    <dgm:cxn modelId="{A5A489C0-FA9E-493B-A8EE-7F4FF7161261}" type="presOf" srcId="{127048FE-4326-48F2-84D8-09F912A3081F}" destId="{AD49B6E1-794B-46C3-99CC-37A7D8410365}" srcOrd="0" destOrd="0" presId="urn:microsoft.com/office/officeart/2009/layout/CirclePictureHierarchy"/>
    <dgm:cxn modelId="{43FCA5CD-8ACF-4971-B68A-D9A089DEE121}" type="presOf" srcId="{AAD62DB5-137E-4AAB-926F-69AAB446D5D6}" destId="{F6CE209A-1F67-4CC2-90DE-6694BB56D403}" srcOrd="0" destOrd="0" presId="urn:microsoft.com/office/officeart/2009/layout/CirclePictureHierarchy"/>
    <dgm:cxn modelId="{6E2E6FF6-7E6B-4747-918D-96AFE7308189}" type="presOf" srcId="{4F9B1CE1-84C1-4CF9-952D-32ACB17FF3C2}" destId="{C845BD80-A8DA-4743-A6E5-23ECE364B879}" srcOrd="0" destOrd="0" presId="urn:microsoft.com/office/officeart/2009/layout/CirclePictureHierarchy"/>
    <dgm:cxn modelId="{B4D8F67E-A228-4631-A6E7-1FECB5AB7B8E}" type="presParOf" srcId="{C845BD80-A8DA-4743-A6E5-23ECE364B879}" destId="{A8E8160C-90A8-4DB9-8E8C-BDDB5C64A2DF}" srcOrd="0" destOrd="0" presId="urn:microsoft.com/office/officeart/2009/layout/CirclePictureHierarchy"/>
    <dgm:cxn modelId="{8E7DB079-09CB-403B-94A1-DF079DDD86AE}" type="presParOf" srcId="{A8E8160C-90A8-4DB9-8E8C-BDDB5C64A2DF}" destId="{9FBDF897-CEAC-461A-A83A-5E31B55306F7}" srcOrd="0" destOrd="0" presId="urn:microsoft.com/office/officeart/2009/layout/CirclePictureHierarchy"/>
    <dgm:cxn modelId="{28F8457A-9B94-4AD6-868B-B95F52200151}" type="presParOf" srcId="{9FBDF897-CEAC-461A-A83A-5E31B55306F7}" destId="{D4676840-BA52-446B-BEAF-05C05BD1F5C1}" srcOrd="0" destOrd="0" presId="urn:microsoft.com/office/officeart/2009/layout/CirclePictureHierarchy"/>
    <dgm:cxn modelId="{6EC7FCD3-CAA3-48DC-8213-E52D733BF703}" type="presParOf" srcId="{9FBDF897-CEAC-461A-A83A-5E31B55306F7}" destId="{AD49B6E1-794B-46C3-99CC-37A7D8410365}" srcOrd="1" destOrd="0" presId="urn:microsoft.com/office/officeart/2009/layout/CirclePictureHierarchy"/>
    <dgm:cxn modelId="{703D15E0-8348-4ABA-9075-B2B3E083DE34}" type="presParOf" srcId="{A8E8160C-90A8-4DB9-8E8C-BDDB5C64A2DF}" destId="{D350B741-5FE1-41C5-BD1C-3F45B439A9CC}" srcOrd="1" destOrd="0" presId="urn:microsoft.com/office/officeart/2009/layout/CirclePictureHierarchy"/>
    <dgm:cxn modelId="{5DBEB10B-EF72-4120-8C9D-DD3068556C8E}" type="presParOf" srcId="{D350B741-5FE1-41C5-BD1C-3F45B439A9CC}" destId="{E082C214-6D11-4603-AD61-B9A570069FB0}" srcOrd="0" destOrd="0" presId="urn:microsoft.com/office/officeart/2009/layout/CirclePictureHierarchy"/>
    <dgm:cxn modelId="{E88A7FFD-AC16-45F6-B181-B972BABD8F18}" type="presParOf" srcId="{D350B741-5FE1-41C5-BD1C-3F45B439A9CC}" destId="{E623003C-1A89-499F-B9A6-C97E86E8C3CB}" srcOrd="1" destOrd="0" presId="urn:microsoft.com/office/officeart/2009/layout/CirclePictureHierarchy"/>
    <dgm:cxn modelId="{9956D003-F8AD-42CA-BAA9-566855E2E0B7}" type="presParOf" srcId="{E623003C-1A89-499F-B9A6-C97E86E8C3CB}" destId="{F16DA43A-BC77-4C04-9002-723A4BF15D91}" srcOrd="0" destOrd="0" presId="urn:microsoft.com/office/officeart/2009/layout/CirclePictureHierarchy"/>
    <dgm:cxn modelId="{16A0907B-C5CF-42D0-8114-64A5D3B6AB69}" type="presParOf" srcId="{F16DA43A-BC77-4C04-9002-723A4BF15D91}" destId="{22E396E5-2C33-4885-882F-590E52817D28}" srcOrd="0" destOrd="0" presId="urn:microsoft.com/office/officeart/2009/layout/CirclePictureHierarchy"/>
    <dgm:cxn modelId="{E4E798F3-DF95-4A8F-A931-5B09414C4EFC}" type="presParOf" srcId="{F16DA43A-BC77-4C04-9002-723A4BF15D91}" destId="{A5DAE4E9-5B13-4C5C-B437-2EE58D4538E0}" srcOrd="1" destOrd="0" presId="urn:microsoft.com/office/officeart/2009/layout/CirclePictureHierarchy"/>
    <dgm:cxn modelId="{E17B87B8-01AE-4749-B2E3-0DED64857E07}" type="presParOf" srcId="{E623003C-1A89-499F-B9A6-C97E86E8C3CB}" destId="{4671CA77-93FA-460B-925A-E5EC72CEAAD4}" srcOrd="1" destOrd="0" presId="urn:microsoft.com/office/officeart/2009/layout/CirclePictureHierarchy"/>
    <dgm:cxn modelId="{8B0E1847-7118-4F14-B6E3-6DB6F5F507CF}" type="presParOf" srcId="{4671CA77-93FA-460B-925A-E5EC72CEAAD4}" destId="{F6CE209A-1F67-4CC2-90DE-6694BB56D403}" srcOrd="0" destOrd="0" presId="urn:microsoft.com/office/officeart/2009/layout/CirclePictureHierarchy"/>
    <dgm:cxn modelId="{E39CEC65-3AF2-482A-9AFF-9BE378CB726B}" type="presParOf" srcId="{4671CA77-93FA-460B-925A-E5EC72CEAAD4}" destId="{88B0EBF2-2CB6-4936-A550-0579B12A0D62}" srcOrd="1" destOrd="0" presId="urn:microsoft.com/office/officeart/2009/layout/CirclePictureHierarchy"/>
    <dgm:cxn modelId="{51E9F32F-763D-45BA-9B09-72FAFBC0582A}" type="presParOf" srcId="{88B0EBF2-2CB6-4936-A550-0579B12A0D62}" destId="{717EF922-C9D1-4AE3-A314-0549EE8FA030}" srcOrd="0" destOrd="0" presId="urn:microsoft.com/office/officeart/2009/layout/CirclePictureHierarchy"/>
    <dgm:cxn modelId="{A2267894-3E81-4A7C-BFD6-7315C26052CE}" type="presParOf" srcId="{717EF922-C9D1-4AE3-A314-0549EE8FA030}" destId="{F3D43CB5-102A-4753-B3D5-9A32960429B6}" srcOrd="0" destOrd="0" presId="urn:microsoft.com/office/officeart/2009/layout/CirclePictureHierarchy"/>
    <dgm:cxn modelId="{E3D7A491-07E5-4AA7-93F6-3F08D0A0778C}" type="presParOf" srcId="{717EF922-C9D1-4AE3-A314-0549EE8FA030}" destId="{B636CBBC-28BE-4407-B3AD-7E294F28B4F0}" srcOrd="1" destOrd="0" presId="urn:microsoft.com/office/officeart/2009/layout/CirclePictureHierarchy"/>
    <dgm:cxn modelId="{A2E43B1D-53C2-4AD4-9B0A-95AB4A286C5C}" type="presParOf" srcId="{88B0EBF2-2CB6-4936-A550-0579B12A0D62}" destId="{3F4215E2-B8CA-4B3A-B01D-C418E8C058A5}" srcOrd="1" destOrd="0" presId="urn:microsoft.com/office/officeart/2009/layout/CirclePictureHierarchy"/>
    <dgm:cxn modelId="{B69A5A43-ED33-4EC1-86F4-91ABA44D3472}" type="presParOf" srcId="{4671CA77-93FA-460B-925A-E5EC72CEAAD4}" destId="{CE783857-DBE8-4A22-8479-9223B0D8E67B}" srcOrd="2" destOrd="0" presId="urn:microsoft.com/office/officeart/2009/layout/CirclePictureHierarchy"/>
    <dgm:cxn modelId="{50B7E0C3-D3A2-4F0F-93F6-B01854B67B03}" type="presParOf" srcId="{4671CA77-93FA-460B-925A-E5EC72CEAAD4}" destId="{52A0C68B-B44E-431B-882D-5741BEE484F3}" srcOrd="3" destOrd="0" presId="urn:microsoft.com/office/officeart/2009/layout/CirclePictureHierarchy"/>
    <dgm:cxn modelId="{C8F090FB-3305-4539-B2E6-2B7DCCCF3285}" type="presParOf" srcId="{52A0C68B-B44E-431B-882D-5741BEE484F3}" destId="{2D80B0B6-7B79-4B10-84E7-1B243B8092BD}" srcOrd="0" destOrd="0" presId="urn:microsoft.com/office/officeart/2009/layout/CirclePictureHierarchy"/>
    <dgm:cxn modelId="{55B09EAA-9E68-4ABD-9F19-A5D213BDC460}" type="presParOf" srcId="{2D80B0B6-7B79-4B10-84E7-1B243B8092BD}" destId="{B4E9D19F-6750-4B70-844C-FE139044D1FD}" srcOrd="0" destOrd="0" presId="urn:microsoft.com/office/officeart/2009/layout/CirclePictureHierarchy"/>
    <dgm:cxn modelId="{B3666CBC-2B32-4FF9-A9FA-20D0AA49B6BC}" type="presParOf" srcId="{2D80B0B6-7B79-4B10-84E7-1B243B8092BD}" destId="{35C17AF2-CC9A-4DC2-A81B-B6FF729FAED1}" srcOrd="1" destOrd="0" presId="urn:microsoft.com/office/officeart/2009/layout/CirclePictureHierarchy"/>
    <dgm:cxn modelId="{961D14E7-1314-48B0-A55E-EFD9F989F53A}" type="presParOf" srcId="{52A0C68B-B44E-431B-882D-5741BEE484F3}" destId="{4FC77AB0-713C-47CD-837C-BF3B07DFE188}" srcOrd="1" destOrd="0" presId="urn:microsoft.com/office/officeart/2009/layout/CirclePictureHierarchy"/>
    <dgm:cxn modelId="{353642F5-3C64-4064-AB8E-F6C1D2183630}" type="presParOf" srcId="{D350B741-5FE1-41C5-BD1C-3F45B439A9CC}" destId="{489679AF-091D-4AD8-9817-9D2B41F8A253}" srcOrd="2" destOrd="0" presId="urn:microsoft.com/office/officeart/2009/layout/CirclePictureHierarchy"/>
    <dgm:cxn modelId="{5133A648-0E9F-4BC3-B6B1-AF07629911EB}" type="presParOf" srcId="{D350B741-5FE1-41C5-BD1C-3F45B439A9CC}" destId="{B311BAEE-9999-4D8D-8D20-1344660E793C}" srcOrd="3" destOrd="0" presId="urn:microsoft.com/office/officeart/2009/layout/CirclePictureHierarchy"/>
    <dgm:cxn modelId="{5741DC68-AF65-4AB0-82C0-C636BEE04702}" type="presParOf" srcId="{B311BAEE-9999-4D8D-8D20-1344660E793C}" destId="{6E807E80-7AD1-4981-A53A-E2A3138BE105}" srcOrd="0" destOrd="0" presId="urn:microsoft.com/office/officeart/2009/layout/CirclePictureHierarchy"/>
    <dgm:cxn modelId="{7EA0CCC4-CCE5-4620-A36E-341A84B2798F}" type="presParOf" srcId="{6E807E80-7AD1-4981-A53A-E2A3138BE105}" destId="{25D5FDBC-AC6D-42D1-99A6-145DAABCC3F2}" srcOrd="0" destOrd="0" presId="urn:microsoft.com/office/officeart/2009/layout/CirclePictureHierarchy"/>
    <dgm:cxn modelId="{5F24154C-16A6-4AE3-BF6C-5AC55D047092}" type="presParOf" srcId="{6E807E80-7AD1-4981-A53A-E2A3138BE105}" destId="{E240AB22-586C-4A9F-AA4B-24F70E059A00}" srcOrd="1" destOrd="0" presId="urn:microsoft.com/office/officeart/2009/layout/CirclePictureHierarchy"/>
    <dgm:cxn modelId="{3B194B7A-3B3C-416D-8551-81ADF48E87A7}" type="presParOf" srcId="{B311BAEE-9999-4D8D-8D20-1344660E793C}" destId="{07AA72FB-C2FF-4757-93CB-254311B0476E}" srcOrd="1" destOrd="0" presId="urn:microsoft.com/office/officeart/2009/layout/CirclePictureHierarchy"/>
    <dgm:cxn modelId="{5A08FFA0-22DC-43A9-B205-CF24500AFDD8}" type="presParOf" srcId="{07AA72FB-C2FF-4757-93CB-254311B0476E}" destId="{D61B2060-A265-445A-9D17-DD3E9FD7E4CE}" srcOrd="0" destOrd="0" presId="urn:microsoft.com/office/officeart/2009/layout/CirclePictureHierarchy"/>
    <dgm:cxn modelId="{2D046A22-2CE5-4875-8184-360A1001C653}" type="presParOf" srcId="{07AA72FB-C2FF-4757-93CB-254311B0476E}" destId="{D5AC37DC-A6CF-48CD-8E07-C51D5316E86A}" srcOrd="1" destOrd="0" presId="urn:microsoft.com/office/officeart/2009/layout/CirclePictureHierarchy"/>
    <dgm:cxn modelId="{FA11746B-3DBE-4F0F-ACFA-04AFF973185B}" type="presParOf" srcId="{D5AC37DC-A6CF-48CD-8E07-C51D5316E86A}" destId="{2F3CEB77-E045-497C-B052-D008BF65455B}" srcOrd="0" destOrd="0" presId="urn:microsoft.com/office/officeart/2009/layout/CirclePictureHierarchy"/>
    <dgm:cxn modelId="{4DC55611-7014-4B9E-AC52-518B33E64263}" type="presParOf" srcId="{2F3CEB77-E045-497C-B052-D008BF65455B}" destId="{73D3222F-6629-4ABC-85EE-53D7F603DF8F}" srcOrd="0" destOrd="0" presId="urn:microsoft.com/office/officeart/2009/layout/CirclePictureHierarchy"/>
    <dgm:cxn modelId="{FEFE0956-6506-4364-AB1A-5061E887D5DE}" type="presParOf" srcId="{2F3CEB77-E045-497C-B052-D008BF65455B}" destId="{66416B3E-FFF4-41A1-9900-7FADF28981A6}" srcOrd="1" destOrd="0" presId="urn:microsoft.com/office/officeart/2009/layout/CirclePictureHierarchy"/>
    <dgm:cxn modelId="{2D1308C1-0EED-47F3-963A-3E697F65C2B4}" type="presParOf" srcId="{D5AC37DC-A6CF-48CD-8E07-C51D5316E86A}" destId="{DAB51BED-2418-4F88-9E2A-35364E91ED9B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9B1CE1-84C1-4CF9-952D-32ACB17FF3C2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7048FE-4326-48F2-84D8-09F912A3081F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Aaron</a:t>
          </a:r>
        </a:p>
      </dgm:t>
    </dgm:pt>
    <dgm:pt modelId="{5A6F5100-D610-4D57-9E2F-4739DBD05A20}" type="parTrans" cxnId="{779CBF5D-F740-4680-8A1F-25D81CDFE2F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5A2685DA-EDC5-445A-8FC0-63CDD3483B21}" type="sibTrans" cxnId="{779CBF5D-F740-4680-8A1F-25D81CDFE2F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2C9D00D4-ACCD-403D-9056-F2CD0C0ED75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Branda</a:t>
          </a:r>
        </a:p>
      </dgm:t>
    </dgm:pt>
    <dgm:pt modelId="{3B6BB4E7-B843-4322-B3AC-D895270DA1FC}" type="parTrans" cxnId="{5FAE3CA9-C7BF-4FCD-9C2D-C88FAA9D9B3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168EEA1E-A0FA-4725-9A89-6AD8891099FB}" type="sibTrans" cxnId="{5FAE3CA9-C7BF-4FCD-9C2D-C88FAA9D9B36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B176A116-F193-44D5-B201-5AAE5F35DD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Chris</a:t>
          </a:r>
        </a:p>
      </dgm:t>
    </dgm:pt>
    <dgm:pt modelId="{AAD62DB5-137E-4AAB-926F-69AAB446D5D6}" type="parTrans" cxnId="{5076FC48-557C-4539-B43C-57B7CD68F36E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86B0800C-A5A3-40FF-8221-BB1630A0D79B}" type="sibTrans" cxnId="{5076FC48-557C-4539-B43C-57B7CD68F36E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8993A762-DBD0-403C-BA0F-5C139CFC193B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Crystal</a:t>
          </a:r>
        </a:p>
      </dgm:t>
    </dgm:pt>
    <dgm:pt modelId="{160AEB02-F4C9-4CC2-9D6E-7F3DADF26380}" type="parTrans" cxnId="{D596B93A-1216-4475-BC58-A8E48EBE6455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E24979D6-3122-402C-A4A0-0FB5013BF438}" type="sibTrans" cxnId="{D596B93A-1216-4475-BC58-A8E48EBE6455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E87AC7EA-BF94-45AA-A487-42DC5DF866F7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Brian</a:t>
          </a:r>
        </a:p>
      </dgm:t>
    </dgm:pt>
    <dgm:pt modelId="{C8F364AE-6654-4594-911F-3CBE1F57DC6F}" type="parTrans" cxnId="{1578AE6C-ACCE-448E-808D-3C2625C1614D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FBBCB55C-AFDE-4E0A-8F32-A1611033FB93}" type="sibTrans" cxnId="{1578AE6C-ACCE-448E-808D-3C2625C1614D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00B69DB7-0D75-47A9-A395-D7481C9A930B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Cindy</a:t>
          </a:r>
        </a:p>
      </dgm:t>
    </dgm:pt>
    <dgm:pt modelId="{444310CD-DD34-4FA2-A3FB-9E6A58871940}" type="parTrans" cxnId="{09EAF33D-FE14-47EF-ADD2-EEAC26F6927C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CC6CB0D8-80A7-4A11-B92F-8E9F2B23E2D3}" type="sibTrans" cxnId="{09EAF33D-FE14-47EF-ADD2-EEAC26F6927C}">
      <dgm:prSet/>
      <dgm:spPr/>
      <dgm:t>
        <a:bodyPr/>
        <a:lstStyle/>
        <a:p>
          <a:endParaRPr lang="en-US">
            <a:solidFill>
              <a:schemeClr val="bg1"/>
            </a:solidFill>
            <a:latin typeface="Lucida Sans" panose="020B0602030504020204" pitchFamily="34" charset="0"/>
          </a:endParaRPr>
        </a:p>
      </dgm:t>
    </dgm:pt>
    <dgm:pt modelId="{9B4B4C8A-4177-4CD8-B7E9-414D34526B91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Bob</a:t>
          </a:r>
        </a:p>
      </dgm:t>
    </dgm:pt>
    <dgm:pt modelId="{99CA5DD5-A893-4C15-8678-8C5514CE9AD5}" type="parTrans" cxnId="{7E466A87-18A0-495C-8154-9D6A8B33E084}">
      <dgm:prSet/>
      <dgm:spPr/>
      <dgm:t>
        <a:bodyPr/>
        <a:lstStyle/>
        <a:p>
          <a:endParaRPr lang="en-US"/>
        </a:p>
      </dgm:t>
    </dgm:pt>
    <dgm:pt modelId="{7CF0C1A8-A841-4833-98BB-4B3F71685697}" type="sibTrans" cxnId="{7E466A87-18A0-495C-8154-9D6A8B33E084}">
      <dgm:prSet/>
      <dgm:spPr/>
      <dgm:t>
        <a:bodyPr/>
        <a:lstStyle/>
        <a:p>
          <a:endParaRPr lang="en-US"/>
        </a:p>
      </dgm:t>
    </dgm:pt>
    <dgm:pt modelId="{5C96FD6A-7474-45A0-814B-8C7DA364F0AC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Becky</a:t>
          </a:r>
        </a:p>
      </dgm:t>
    </dgm:pt>
    <dgm:pt modelId="{1D64FE86-0AFA-4BE9-8024-18BBDB6C228D}" type="parTrans" cxnId="{6C0E28E9-CB00-4D08-8E31-6A0334D069B6}">
      <dgm:prSet/>
      <dgm:spPr/>
      <dgm:t>
        <a:bodyPr/>
        <a:lstStyle/>
        <a:p>
          <a:endParaRPr lang="en-US"/>
        </a:p>
      </dgm:t>
    </dgm:pt>
    <dgm:pt modelId="{01AA84D4-B622-4339-BA03-C569C8B2C150}" type="sibTrans" cxnId="{6C0E28E9-CB00-4D08-8E31-6A0334D069B6}">
      <dgm:prSet/>
      <dgm:spPr/>
      <dgm:t>
        <a:bodyPr/>
        <a:lstStyle/>
        <a:p>
          <a:endParaRPr lang="en-US"/>
        </a:p>
      </dgm:t>
    </dgm:pt>
    <dgm:pt modelId="{A3FB9333-11EB-4DA7-B417-F806817F5561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Lucida Sans" panose="020B0602030504020204" pitchFamily="34" charset="0"/>
            </a:rPr>
            <a:t>Benjamin</a:t>
          </a:r>
        </a:p>
      </dgm:t>
    </dgm:pt>
    <dgm:pt modelId="{07601563-26F0-4F5E-A11D-5A54AC0E1BD5}" type="parTrans" cxnId="{A897DB34-67E6-4A6B-A763-B620B93F9CBF}">
      <dgm:prSet/>
      <dgm:spPr/>
      <dgm:t>
        <a:bodyPr/>
        <a:lstStyle/>
        <a:p>
          <a:endParaRPr lang="en-US"/>
        </a:p>
      </dgm:t>
    </dgm:pt>
    <dgm:pt modelId="{98173C92-BAAC-425F-BC9D-1A0D9D47259D}" type="sibTrans" cxnId="{A897DB34-67E6-4A6B-A763-B620B93F9CBF}">
      <dgm:prSet/>
      <dgm:spPr/>
      <dgm:t>
        <a:bodyPr/>
        <a:lstStyle/>
        <a:p>
          <a:endParaRPr lang="en-US"/>
        </a:p>
      </dgm:t>
    </dgm:pt>
    <dgm:pt modelId="{C845BD80-A8DA-4743-A6E5-23ECE364B879}" type="pres">
      <dgm:prSet presAssocID="{4F9B1CE1-84C1-4CF9-952D-32ACB17FF3C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E8160C-90A8-4DB9-8E8C-BDDB5C64A2DF}" type="pres">
      <dgm:prSet presAssocID="{127048FE-4326-48F2-84D8-09F912A3081F}" presName="hierRoot1" presStyleCnt="0"/>
      <dgm:spPr/>
    </dgm:pt>
    <dgm:pt modelId="{9FBDF897-CEAC-461A-A83A-5E31B55306F7}" type="pres">
      <dgm:prSet presAssocID="{127048FE-4326-48F2-84D8-09F912A3081F}" presName="composite" presStyleCnt="0"/>
      <dgm:spPr/>
    </dgm:pt>
    <dgm:pt modelId="{D4676840-BA52-446B-BEAF-05C05BD1F5C1}" type="pres">
      <dgm:prSet presAssocID="{127048FE-4326-48F2-84D8-09F912A3081F}" presName="image" presStyleLbl="node0" presStyleIdx="0" presStyleCnt="1" custLinFactNeighborX="5875" custLinFactNeighborY="-2083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D49B6E1-794B-46C3-99CC-37A7D8410365}" type="pres">
      <dgm:prSet presAssocID="{127048FE-4326-48F2-84D8-09F912A3081F}" presName="text" presStyleLbl="revTx" presStyleIdx="0" presStyleCnt="9">
        <dgm:presLayoutVars>
          <dgm:chPref val="3"/>
        </dgm:presLayoutVars>
      </dgm:prSet>
      <dgm:spPr/>
    </dgm:pt>
    <dgm:pt modelId="{D350B741-5FE1-41C5-BD1C-3F45B439A9CC}" type="pres">
      <dgm:prSet presAssocID="{127048FE-4326-48F2-84D8-09F912A3081F}" presName="hierChild2" presStyleCnt="0"/>
      <dgm:spPr/>
    </dgm:pt>
    <dgm:pt modelId="{3924902D-8A4B-45D5-BF24-B2665B6A6475}" type="pres">
      <dgm:prSet presAssocID="{99CA5DD5-A893-4C15-8678-8C5514CE9AD5}" presName="Name10" presStyleLbl="parChTrans1D2" presStyleIdx="0" presStyleCnt="5"/>
      <dgm:spPr/>
    </dgm:pt>
    <dgm:pt modelId="{0EFEBF48-86CB-46D1-9D8F-DE2F84E3236A}" type="pres">
      <dgm:prSet presAssocID="{9B4B4C8A-4177-4CD8-B7E9-414D34526B91}" presName="hierRoot2" presStyleCnt="0"/>
      <dgm:spPr/>
    </dgm:pt>
    <dgm:pt modelId="{B10F2452-12B7-4A05-80DC-033BE48F8012}" type="pres">
      <dgm:prSet presAssocID="{9B4B4C8A-4177-4CD8-B7E9-414D34526B91}" presName="composite2" presStyleCnt="0"/>
      <dgm:spPr/>
    </dgm:pt>
    <dgm:pt modelId="{AAA59EB3-6B3C-4812-9698-ED5C90BB7F12}" type="pres">
      <dgm:prSet presAssocID="{9B4B4C8A-4177-4CD8-B7E9-414D34526B91}" presName="image2" presStyleLbl="node2" presStyleIdx="0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7F733042-272D-4CE2-9D29-F947C95CEA99}" type="pres">
      <dgm:prSet presAssocID="{9B4B4C8A-4177-4CD8-B7E9-414D34526B91}" presName="text2" presStyleLbl="revTx" presStyleIdx="1" presStyleCnt="9">
        <dgm:presLayoutVars>
          <dgm:chPref val="3"/>
        </dgm:presLayoutVars>
      </dgm:prSet>
      <dgm:spPr/>
    </dgm:pt>
    <dgm:pt modelId="{4F197AA2-62F1-4107-B519-AE0E6616D839}" type="pres">
      <dgm:prSet presAssocID="{9B4B4C8A-4177-4CD8-B7E9-414D34526B91}" presName="hierChild3" presStyleCnt="0"/>
      <dgm:spPr/>
    </dgm:pt>
    <dgm:pt modelId="{E827F560-BD36-45E5-B593-6A9D73E3FF9B}" type="pres">
      <dgm:prSet presAssocID="{1D64FE86-0AFA-4BE9-8024-18BBDB6C228D}" presName="Name10" presStyleLbl="parChTrans1D2" presStyleIdx="1" presStyleCnt="5"/>
      <dgm:spPr/>
    </dgm:pt>
    <dgm:pt modelId="{666C6DDD-A48C-4D4B-9D09-6D7DF37649FC}" type="pres">
      <dgm:prSet presAssocID="{5C96FD6A-7474-45A0-814B-8C7DA364F0AC}" presName="hierRoot2" presStyleCnt="0"/>
      <dgm:spPr/>
    </dgm:pt>
    <dgm:pt modelId="{BB4BCFA2-A64E-4FE0-906C-1B31D56252C5}" type="pres">
      <dgm:prSet presAssocID="{5C96FD6A-7474-45A0-814B-8C7DA364F0AC}" presName="composite2" presStyleCnt="0"/>
      <dgm:spPr/>
    </dgm:pt>
    <dgm:pt modelId="{4327EDF5-F470-4FF5-BC66-E49A4162E9BB}" type="pres">
      <dgm:prSet presAssocID="{5C96FD6A-7474-45A0-814B-8C7DA364F0AC}" presName="image2" presStyleLbl="node2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0B3B378-658F-45BC-996F-6C20A6591C7E}" type="pres">
      <dgm:prSet presAssocID="{5C96FD6A-7474-45A0-814B-8C7DA364F0AC}" presName="text2" presStyleLbl="revTx" presStyleIdx="2" presStyleCnt="9">
        <dgm:presLayoutVars>
          <dgm:chPref val="3"/>
        </dgm:presLayoutVars>
      </dgm:prSet>
      <dgm:spPr/>
    </dgm:pt>
    <dgm:pt modelId="{3E9E8856-C9A9-4C31-8E4E-DDA632F81F79}" type="pres">
      <dgm:prSet presAssocID="{5C96FD6A-7474-45A0-814B-8C7DA364F0AC}" presName="hierChild3" presStyleCnt="0"/>
      <dgm:spPr/>
    </dgm:pt>
    <dgm:pt modelId="{552877A2-286F-4B96-A04B-A6F0940B68E9}" type="pres">
      <dgm:prSet presAssocID="{07601563-26F0-4F5E-A11D-5A54AC0E1BD5}" presName="Name10" presStyleLbl="parChTrans1D2" presStyleIdx="2" presStyleCnt="5"/>
      <dgm:spPr/>
    </dgm:pt>
    <dgm:pt modelId="{F24423BD-CAD4-4EBB-8C4D-12AEE6D9A924}" type="pres">
      <dgm:prSet presAssocID="{A3FB9333-11EB-4DA7-B417-F806817F5561}" presName="hierRoot2" presStyleCnt="0"/>
      <dgm:spPr/>
    </dgm:pt>
    <dgm:pt modelId="{7FF3559B-D4AE-48AF-9F6E-B2377848A058}" type="pres">
      <dgm:prSet presAssocID="{A3FB9333-11EB-4DA7-B417-F806817F5561}" presName="composite2" presStyleCnt="0"/>
      <dgm:spPr/>
    </dgm:pt>
    <dgm:pt modelId="{9B54B88D-DA0F-4B72-BC75-13513E92DD15}" type="pres">
      <dgm:prSet presAssocID="{A3FB9333-11EB-4DA7-B417-F806817F5561}" presName="image2" presStyleLbl="node2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95CC718A-760A-4CBD-B3A3-D1B29F3CF4E5}" type="pres">
      <dgm:prSet presAssocID="{A3FB9333-11EB-4DA7-B417-F806817F5561}" presName="text2" presStyleLbl="revTx" presStyleIdx="3" presStyleCnt="9">
        <dgm:presLayoutVars>
          <dgm:chPref val="3"/>
        </dgm:presLayoutVars>
      </dgm:prSet>
      <dgm:spPr/>
    </dgm:pt>
    <dgm:pt modelId="{F0885929-7759-4A7A-92D5-5C4BF06F6FF6}" type="pres">
      <dgm:prSet presAssocID="{A3FB9333-11EB-4DA7-B417-F806817F5561}" presName="hierChild3" presStyleCnt="0"/>
      <dgm:spPr/>
    </dgm:pt>
    <dgm:pt modelId="{E082C214-6D11-4603-AD61-B9A570069FB0}" type="pres">
      <dgm:prSet presAssocID="{3B6BB4E7-B843-4322-B3AC-D895270DA1FC}" presName="Name10" presStyleLbl="parChTrans1D2" presStyleIdx="3" presStyleCnt="5"/>
      <dgm:spPr/>
    </dgm:pt>
    <dgm:pt modelId="{E623003C-1A89-499F-B9A6-C97E86E8C3CB}" type="pres">
      <dgm:prSet presAssocID="{2C9D00D4-ACCD-403D-9056-F2CD0C0ED75A}" presName="hierRoot2" presStyleCnt="0"/>
      <dgm:spPr/>
    </dgm:pt>
    <dgm:pt modelId="{F16DA43A-BC77-4C04-9002-723A4BF15D91}" type="pres">
      <dgm:prSet presAssocID="{2C9D00D4-ACCD-403D-9056-F2CD0C0ED75A}" presName="composite2" presStyleCnt="0"/>
      <dgm:spPr/>
    </dgm:pt>
    <dgm:pt modelId="{22E396E5-2C33-4885-882F-590E52817D28}" type="pres">
      <dgm:prSet presAssocID="{2C9D00D4-ACCD-403D-9056-F2CD0C0ED75A}" presName="image2" presStyleLbl="node2" presStyleIdx="3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5DAE4E9-5B13-4C5C-B437-2EE58D4538E0}" type="pres">
      <dgm:prSet presAssocID="{2C9D00D4-ACCD-403D-9056-F2CD0C0ED75A}" presName="text2" presStyleLbl="revTx" presStyleIdx="4" presStyleCnt="9">
        <dgm:presLayoutVars>
          <dgm:chPref val="3"/>
        </dgm:presLayoutVars>
      </dgm:prSet>
      <dgm:spPr/>
    </dgm:pt>
    <dgm:pt modelId="{4671CA77-93FA-460B-925A-E5EC72CEAAD4}" type="pres">
      <dgm:prSet presAssocID="{2C9D00D4-ACCD-403D-9056-F2CD0C0ED75A}" presName="hierChild3" presStyleCnt="0"/>
      <dgm:spPr/>
    </dgm:pt>
    <dgm:pt modelId="{F6CE209A-1F67-4CC2-90DE-6694BB56D403}" type="pres">
      <dgm:prSet presAssocID="{AAD62DB5-137E-4AAB-926F-69AAB446D5D6}" presName="Name17" presStyleLbl="parChTrans1D3" presStyleIdx="0" presStyleCnt="3"/>
      <dgm:spPr/>
    </dgm:pt>
    <dgm:pt modelId="{88B0EBF2-2CB6-4936-A550-0579B12A0D62}" type="pres">
      <dgm:prSet presAssocID="{B176A116-F193-44D5-B201-5AAE5F35DD12}" presName="hierRoot3" presStyleCnt="0"/>
      <dgm:spPr/>
    </dgm:pt>
    <dgm:pt modelId="{717EF922-C9D1-4AE3-A314-0549EE8FA030}" type="pres">
      <dgm:prSet presAssocID="{B176A116-F193-44D5-B201-5AAE5F35DD12}" presName="composite3" presStyleCnt="0"/>
      <dgm:spPr/>
    </dgm:pt>
    <dgm:pt modelId="{F3D43CB5-102A-4753-B3D5-9A32960429B6}" type="pres">
      <dgm:prSet presAssocID="{B176A116-F193-44D5-B201-5AAE5F35DD12}" presName="image3" presStyleLbl="node3" presStyleIdx="0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B636CBBC-28BE-4407-B3AD-7E294F28B4F0}" type="pres">
      <dgm:prSet presAssocID="{B176A116-F193-44D5-B201-5AAE5F35DD12}" presName="text3" presStyleLbl="revTx" presStyleIdx="5" presStyleCnt="9">
        <dgm:presLayoutVars>
          <dgm:chPref val="3"/>
        </dgm:presLayoutVars>
      </dgm:prSet>
      <dgm:spPr/>
    </dgm:pt>
    <dgm:pt modelId="{3F4215E2-B8CA-4B3A-B01D-C418E8C058A5}" type="pres">
      <dgm:prSet presAssocID="{B176A116-F193-44D5-B201-5AAE5F35DD12}" presName="hierChild4" presStyleCnt="0"/>
      <dgm:spPr/>
    </dgm:pt>
    <dgm:pt modelId="{CE783857-DBE8-4A22-8479-9223B0D8E67B}" type="pres">
      <dgm:prSet presAssocID="{160AEB02-F4C9-4CC2-9D6E-7F3DADF26380}" presName="Name17" presStyleLbl="parChTrans1D3" presStyleIdx="1" presStyleCnt="3"/>
      <dgm:spPr/>
    </dgm:pt>
    <dgm:pt modelId="{52A0C68B-B44E-431B-882D-5741BEE484F3}" type="pres">
      <dgm:prSet presAssocID="{8993A762-DBD0-403C-BA0F-5C139CFC193B}" presName="hierRoot3" presStyleCnt="0"/>
      <dgm:spPr/>
    </dgm:pt>
    <dgm:pt modelId="{2D80B0B6-7B79-4B10-84E7-1B243B8092BD}" type="pres">
      <dgm:prSet presAssocID="{8993A762-DBD0-403C-BA0F-5C139CFC193B}" presName="composite3" presStyleCnt="0"/>
      <dgm:spPr/>
    </dgm:pt>
    <dgm:pt modelId="{B4E9D19F-6750-4B70-844C-FE139044D1FD}" type="pres">
      <dgm:prSet presAssocID="{8993A762-DBD0-403C-BA0F-5C139CFC193B}" presName="image3" presStyleLbl="node3" presStyleIdx="1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35C17AF2-CC9A-4DC2-A81B-B6FF729FAED1}" type="pres">
      <dgm:prSet presAssocID="{8993A762-DBD0-403C-BA0F-5C139CFC193B}" presName="text3" presStyleLbl="revTx" presStyleIdx="6" presStyleCnt="9">
        <dgm:presLayoutVars>
          <dgm:chPref val="3"/>
        </dgm:presLayoutVars>
      </dgm:prSet>
      <dgm:spPr/>
    </dgm:pt>
    <dgm:pt modelId="{4FC77AB0-713C-47CD-837C-BF3B07DFE188}" type="pres">
      <dgm:prSet presAssocID="{8993A762-DBD0-403C-BA0F-5C139CFC193B}" presName="hierChild4" presStyleCnt="0"/>
      <dgm:spPr/>
    </dgm:pt>
    <dgm:pt modelId="{489679AF-091D-4AD8-9817-9D2B41F8A253}" type="pres">
      <dgm:prSet presAssocID="{C8F364AE-6654-4594-911F-3CBE1F57DC6F}" presName="Name10" presStyleLbl="parChTrans1D2" presStyleIdx="4" presStyleCnt="5"/>
      <dgm:spPr/>
    </dgm:pt>
    <dgm:pt modelId="{B311BAEE-9999-4D8D-8D20-1344660E793C}" type="pres">
      <dgm:prSet presAssocID="{E87AC7EA-BF94-45AA-A487-42DC5DF866F7}" presName="hierRoot2" presStyleCnt="0"/>
      <dgm:spPr/>
    </dgm:pt>
    <dgm:pt modelId="{6E807E80-7AD1-4981-A53A-E2A3138BE105}" type="pres">
      <dgm:prSet presAssocID="{E87AC7EA-BF94-45AA-A487-42DC5DF866F7}" presName="composite2" presStyleCnt="0"/>
      <dgm:spPr/>
    </dgm:pt>
    <dgm:pt modelId="{25D5FDBC-AC6D-42D1-99A6-145DAABCC3F2}" type="pres">
      <dgm:prSet presAssocID="{E87AC7EA-BF94-45AA-A487-42DC5DF866F7}" presName="image2" presStyleLbl="node2" presStyleIdx="4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240AB22-586C-4A9F-AA4B-24F70E059A00}" type="pres">
      <dgm:prSet presAssocID="{E87AC7EA-BF94-45AA-A487-42DC5DF866F7}" presName="text2" presStyleLbl="revTx" presStyleIdx="7" presStyleCnt="9">
        <dgm:presLayoutVars>
          <dgm:chPref val="3"/>
        </dgm:presLayoutVars>
      </dgm:prSet>
      <dgm:spPr/>
    </dgm:pt>
    <dgm:pt modelId="{07AA72FB-C2FF-4757-93CB-254311B0476E}" type="pres">
      <dgm:prSet presAssocID="{E87AC7EA-BF94-45AA-A487-42DC5DF866F7}" presName="hierChild3" presStyleCnt="0"/>
      <dgm:spPr/>
    </dgm:pt>
    <dgm:pt modelId="{D61B2060-A265-445A-9D17-DD3E9FD7E4CE}" type="pres">
      <dgm:prSet presAssocID="{444310CD-DD34-4FA2-A3FB-9E6A58871940}" presName="Name17" presStyleLbl="parChTrans1D3" presStyleIdx="2" presStyleCnt="3"/>
      <dgm:spPr/>
    </dgm:pt>
    <dgm:pt modelId="{D5AC37DC-A6CF-48CD-8E07-C51D5316E86A}" type="pres">
      <dgm:prSet presAssocID="{00B69DB7-0D75-47A9-A395-D7481C9A930B}" presName="hierRoot3" presStyleCnt="0"/>
      <dgm:spPr/>
    </dgm:pt>
    <dgm:pt modelId="{2F3CEB77-E045-497C-B052-D008BF65455B}" type="pres">
      <dgm:prSet presAssocID="{00B69DB7-0D75-47A9-A395-D7481C9A930B}" presName="composite3" presStyleCnt="0"/>
      <dgm:spPr/>
    </dgm:pt>
    <dgm:pt modelId="{73D3222F-6629-4ABC-85EE-53D7F603DF8F}" type="pres">
      <dgm:prSet presAssocID="{00B69DB7-0D75-47A9-A395-D7481C9A930B}" presName="image3" presStyleLbl="node3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6416B3E-FFF4-41A1-9900-7FADF28981A6}" type="pres">
      <dgm:prSet presAssocID="{00B69DB7-0D75-47A9-A395-D7481C9A930B}" presName="text3" presStyleLbl="revTx" presStyleIdx="8" presStyleCnt="9">
        <dgm:presLayoutVars>
          <dgm:chPref val="3"/>
        </dgm:presLayoutVars>
      </dgm:prSet>
      <dgm:spPr/>
    </dgm:pt>
    <dgm:pt modelId="{DAB51BED-2418-4F88-9E2A-35364E91ED9B}" type="pres">
      <dgm:prSet presAssocID="{00B69DB7-0D75-47A9-A395-D7481C9A930B}" presName="hierChild4" presStyleCnt="0"/>
      <dgm:spPr/>
    </dgm:pt>
  </dgm:ptLst>
  <dgm:cxnLst>
    <dgm:cxn modelId="{65D35508-5299-479B-97D1-ADA5C373BF95}" type="presOf" srcId="{AAD62DB5-137E-4AAB-926F-69AAB446D5D6}" destId="{F6CE209A-1F67-4CC2-90DE-6694BB56D403}" srcOrd="0" destOrd="0" presId="urn:microsoft.com/office/officeart/2009/layout/CirclePictureHierarchy"/>
    <dgm:cxn modelId="{3679B809-B02C-4D27-8627-6BDD18145967}" type="presOf" srcId="{C8F364AE-6654-4594-911F-3CBE1F57DC6F}" destId="{489679AF-091D-4AD8-9817-9D2B41F8A253}" srcOrd="0" destOrd="0" presId="urn:microsoft.com/office/officeart/2009/layout/CirclePictureHierarchy"/>
    <dgm:cxn modelId="{D43AE915-123E-489E-A113-3E4C41ABF523}" type="presOf" srcId="{160AEB02-F4C9-4CC2-9D6E-7F3DADF26380}" destId="{CE783857-DBE8-4A22-8479-9223B0D8E67B}" srcOrd="0" destOrd="0" presId="urn:microsoft.com/office/officeart/2009/layout/CirclePictureHierarchy"/>
    <dgm:cxn modelId="{58716D21-0E3C-4F74-89E5-BBCE021C49FA}" type="presOf" srcId="{1D64FE86-0AFA-4BE9-8024-18BBDB6C228D}" destId="{E827F560-BD36-45E5-B593-6A9D73E3FF9B}" srcOrd="0" destOrd="0" presId="urn:microsoft.com/office/officeart/2009/layout/CirclePictureHierarchy"/>
    <dgm:cxn modelId="{AB9C7024-D41C-4D0F-8539-6838F3BAFDC7}" type="presOf" srcId="{B176A116-F193-44D5-B201-5AAE5F35DD12}" destId="{B636CBBC-28BE-4407-B3AD-7E294F28B4F0}" srcOrd="0" destOrd="0" presId="urn:microsoft.com/office/officeart/2009/layout/CirclePictureHierarchy"/>
    <dgm:cxn modelId="{A897DB34-67E6-4A6B-A763-B620B93F9CBF}" srcId="{127048FE-4326-48F2-84D8-09F912A3081F}" destId="{A3FB9333-11EB-4DA7-B417-F806817F5561}" srcOrd="2" destOrd="0" parTransId="{07601563-26F0-4F5E-A11D-5A54AC0E1BD5}" sibTransId="{98173C92-BAAC-425F-BC9D-1A0D9D47259D}"/>
    <dgm:cxn modelId="{D596B93A-1216-4475-BC58-A8E48EBE6455}" srcId="{2C9D00D4-ACCD-403D-9056-F2CD0C0ED75A}" destId="{8993A762-DBD0-403C-BA0F-5C139CFC193B}" srcOrd="1" destOrd="0" parTransId="{160AEB02-F4C9-4CC2-9D6E-7F3DADF26380}" sibTransId="{E24979D6-3122-402C-A4A0-0FB5013BF438}"/>
    <dgm:cxn modelId="{09EAF33D-FE14-47EF-ADD2-EEAC26F6927C}" srcId="{E87AC7EA-BF94-45AA-A487-42DC5DF866F7}" destId="{00B69DB7-0D75-47A9-A395-D7481C9A930B}" srcOrd="0" destOrd="0" parTransId="{444310CD-DD34-4FA2-A3FB-9E6A58871940}" sibTransId="{CC6CB0D8-80A7-4A11-B92F-8E9F2B23E2D3}"/>
    <dgm:cxn modelId="{779CBF5D-F740-4680-8A1F-25D81CDFE2F6}" srcId="{4F9B1CE1-84C1-4CF9-952D-32ACB17FF3C2}" destId="{127048FE-4326-48F2-84D8-09F912A3081F}" srcOrd="0" destOrd="0" parTransId="{5A6F5100-D610-4D57-9E2F-4739DBD05A20}" sibTransId="{5A2685DA-EDC5-445A-8FC0-63CDD3483B21}"/>
    <dgm:cxn modelId="{5076FC48-557C-4539-B43C-57B7CD68F36E}" srcId="{2C9D00D4-ACCD-403D-9056-F2CD0C0ED75A}" destId="{B176A116-F193-44D5-B201-5AAE5F35DD12}" srcOrd="0" destOrd="0" parTransId="{AAD62DB5-137E-4AAB-926F-69AAB446D5D6}" sibTransId="{86B0800C-A5A3-40FF-8221-BB1630A0D79B}"/>
    <dgm:cxn modelId="{1578AE6C-ACCE-448E-808D-3C2625C1614D}" srcId="{127048FE-4326-48F2-84D8-09F912A3081F}" destId="{E87AC7EA-BF94-45AA-A487-42DC5DF866F7}" srcOrd="4" destOrd="0" parTransId="{C8F364AE-6654-4594-911F-3CBE1F57DC6F}" sibTransId="{FBBCB55C-AFDE-4E0A-8F32-A1611033FB93}"/>
    <dgm:cxn modelId="{39126E70-EEEE-4A44-A799-44CE8FDA748C}" type="presOf" srcId="{E87AC7EA-BF94-45AA-A487-42DC5DF866F7}" destId="{E240AB22-586C-4A9F-AA4B-24F70E059A00}" srcOrd="0" destOrd="0" presId="urn:microsoft.com/office/officeart/2009/layout/CirclePictureHierarchy"/>
    <dgm:cxn modelId="{CF70E876-0317-46E0-862C-5AFAA19B0900}" type="presOf" srcId="{2C9D00D4-ACCD-403D-9056-F2CD0C0ED75A}" destId="{A5DAE4E9-5B13-4C5C-B437-2EE58D4538E0}" srcOrd="0" destOrd="0" presId="urn:microsoft.com/office/officeart/2009/layout/CirclePictureHierarchy"/>
    <dgm:cxn modelId="{7E466A87-18A0-495C-8154-9D6A8B33E084}" srcId="{127048FE-4326-48F2-84D8-09F912A3081F}" destId="{9B4B4C8A-4177-4CD8-B7E9-414D34526B91}" srcOrd="0" destOrd="0" parTransId="{99CA5DD5-A893-4C15-8678-8C5514CE9AD5}" sibTransId="{7CF0C1A8-A841-4833-98BB-4B3F71685697}"/>
    <dgm:cxn modelId="{A11BE98A-EE87-44A4-B961-BAA517C20BDF}" type="presOf" srcId="{9B4B4C8A-4177-4CD8-B7E9-414D34526B91}" destId="{7F733042-272D-4CE2-9D29-F947C95CEA99}" srcOrd="0" destOrd="0" presId="urn:microsoft.com/office/officeart/2009/layout/CirclePictureHierarchy"/>
    <dgm:cxn modelId="{839EF892-5424-4CBB-A84B-1B740E6B50B2}" type="presOf" srcId="{00B69DB7-0D75-47A9-A395-D7481C9A930B}" destId="{66416B3E-FFF4-41A1-9900-7FADF28981A6}" srcOrd="0" destOrd="0" presId="urn:microsoft.com/office/officeart/2009/layout/CirclePictureHierarchy"/>
    <dgm:cxn modelId="{5FAE3CA9-C7BF-4FCD-9C2D-C88FAA9D9B36}" srcId="{127048FE-4326-48F2-84D8-09F912A3081F}" destId="{2C9D00D4-ACCD-403D-9056-F2CD0C0ED75A}" srcOrd="3" destOrd="0" parTransId="{3B6BB4E7-B843-4322-B3AC-D895270DA1FC}" sibTransId="{168EEA1E-A0FA-4725-9A89-6AD8891099FB}"/>
    <dgm:cxn modelId="{F39928BE-9A82-4A5A-9BDF-2F42D3DBC27C}" type="presOf" srcId="{5C96FD6A-7474-45A0-814B-8C7DA364F0AC}" destId="{A0B3B378-658F-45BC-996F-6C20A6591C7E}" srcOrd="0" destOrd="0" presId="urn:microsoft.com/office/officeart/2009/layout/CirclePictureHierarchy"/>
    <dgm:cxn modelId="{2945D1BF-CED8-4986-A75C-9F2855F216E7}" type="presOf" srcId="{3B6BB4E7-B843-4322-B3AC-D895270DA1FC}" destId="{E082C214-6D11-4603-AD61-B9A570069FB0}" srcOrd="0" destOrd="0" presId="urn:microsoft.com/office/officeart/2009/layout/CirclePictureHierarchy"/>
    <dgm:cxn modelId="{A5A489C0-FA9E-493B-A8EE-7F4FF7161261}" type="presOf" srcId="{127048FE-4326-48F2-84D8-09F912A3081F}" destId="{AD49B6E1-794B-46C3-99CC-37A7D8410365}" srcOrd="0" destOrd="0" presId="urn:microsoft.com/office/officeart/2009/layout/CirclePictureHierarchy"/>
    <dgm:cxn modelId="{2D243ACF-93DF-468E-AE96-FDB5E0A8A8BC}" type="presOf" srcId="{07601563-26F0-4F5E-A11D-5A54AC0E1BD5}" destId="{552877A2-286F-4B96-A04B-A6F0940B68E9}" srcOrd="0" destOrd="0" presId="urn:microsoft.com/office/officeart/2009/layout/CirclePictureHierarchy"/>
    <dgm:cxn modelId="{EFC335D8-7A89-4AC5-93AC-CE205B902B13}" type="presOf" srcId="{8993A762-DBD0-403C-BA0F-5C139CFC193B}" destId="{35C17AF2-CC9A-4DC2-A81B-B6FF729FAED1}" srcOrd="0" destOrd="0" presId="urn:microsoft.com/office/officeart/2009/layout/CirclePictureHierarchy"/>
    <dgm:cxn modelId="{6BB884DA-AE91-4EFE-B105-E744CE565EBE}" type="presOf" srcId="{444310CD-DD34-4FA2-A3FB-9E6A58871940}" destId="{D61B2060-A265-445A-9D17-DD3E9FD7E4CE}" srcOrd="0" destOrd="0" presId="urn:microsoft.com/office/officeart/2009/layout/CirclePictureHierarchy"/>
    <dgm:cxn modelId="{6C0E28E9-CB00-4D08-8E31-6A0334D069B6}" srcId="{127048FE-4326-48F2-84D8-09F912A3081F}" destId="{5C96FD6A-7474-45A0-814B-8C7DA364F0AC}" srcOrd="1" destOrd="0" parTransId="{1D64FE86-0AFA-4BE9-8024-18BBDB6C228D}" sibTransId="{01AA84D4-B622-4339-BA03-C569C8B2C150}"/>
    <dgm:cxn modelId="{7EA233F1-E8C9-4167-8BB7-5E45234A6A97}" type="presOf" srcId="{A3FB9333-11EB-4DA7-B417-F806817F5561}" destId="{95CC718A-760A-4CBD-B3A3-D1B29F3CF4E5}" srcOrd="0" destOrd="0" presId="urn:microsoft.com/office/officeart/2009/layout/CirclePictureHierarchy"/>
    <dgm:cxn modelId="{1C5CEFF3-C167-4D9C-A9D9-220CB9CA670E}" type="presOf" srcId="{99CA5DD5-A893-4C15-8678-8C5514CE9AD5}" destId="{3924902D-8A4B-45D5-BF24-B2665B6A6475}" srcOrd="0" destOrd="0" presId="urn:microsoft.com/office/officeart/2009/layout/CirclePictureHierarchy"/>
    <dgm:cxn modelId="{6E2E6FF6-7E6B-4747-918D-96AFE7308189}" type="presOf" srcId="{4F9B1CE1-84C1-4CF9-952D-32ACB17FF3C2}" destId="{C845BD80-A8DA-4743-A6E5-23ECE364B879}" srcOrd="0" destOrd="0" presId="urn:microsoft.com/office/officeart/2009/layout/CirclePictureHierarchy"/>
    <dgm:cxn modelId="{B4D8F67E-A228-4631-A6E7-1FECB5AB7B8E}" type="presParOf" srcId="{C845BD80-A8DA-4743-A6E5-23ECE364B879}" destId="{A8E8160C-90A8-4DB9-8E8C-BDDB5C64A2DF}" srcOrd="0" destOrd="0" presId="urn:microsoft.com/office/officeart/2009/layout/CirclePictureHierarchy"/>
    <dgm:cxn modelId="{8E7DB079-09CB-403B-94A1-DF079DDD86AE}" type="presParOf" srcId="{A8E8160C-90A8-4DB9-8E8C-BDDB5C64A2DF}" destId="{9FBDF897-CEAC-461A-A83A-5E31B55306F7}" srcOrd="0" destOrd="0" presId="urn:microsoft.com/office/officeart/2009/layout/CirclePictureHierarchy"/>
    <dgm:cxn modelId="{28F8457A-9B94-4AD6-868B-B95F52200151}" type="presParOf" srcId="{9FBDF897-CEAC-461A-A83A-5E31B55306F7}" destId="{D4676840-BA52-446B-BEAF-05C05BD1F5C1}" srcOrd="0" destOrd="0" presId="urn:microsoft.com/office/officeart/2009/layout/CirclePictureHierarchy"/>
    <dgm:cxn modelId="{6EC7FCD3-CAA3-48DC-8213-E52D733BF703}" type="presParOf" srcId="{9FBDF897-CEAC-461A-A83A-5E31B55306F7}" destId="{AD49B6E1-794B-46C3-99CC-37A7D8410365}" srcOrd="1" destOrd="0" presId="urn:microsoft.com/office/officeart/2009/layout/CirclePictureHierarchy"/>
    <dgm:cxn modelId="{703D15E0-8348-4ABA-9075-B2B3E083DE34}" type="presParOf" srcId="{A8E8160C-90A8-4DB9-8E8C-BDDB5C64A2DF}" destId="{D350B741-5FE1-41C5-BD1C-3F45B439A9CC}" srcOrd="1" destOrd="0" presId="urn:microsoft.com/office/officeart/2009/layout/CirclePictureHierarchy"/>
    <dgm:cxn modelId="{779E7746-ED15-48EB-AF94-76AB4AC33E27}" type="presParOf" srcId="{D350B741-5FE1-41C5-BD1C-3F45B439A9CC}" destId="{3924902D-8A4B-45D5-BF24-B2665B6A6475}" srcOrd="0" destOrd="0" presId="urn:microsoft.com/office/officeart/2009/layout/CirclePictureHierarchy"/>
    <dgm:cxn modelId="{55DB7E48-7FDF-46D1-8B59-E3F695508730}" type="presParOf" srcId="{D350B741-5FE1-41C5-BD1C-3F45B439A9CC}" destId="{0EFEBF48-86CB-46D1-9D8F-DE2F84E3236A}" srcOrd="1" destOrd="0" presId="urn:microsoft.com/office/officeart/2009/layout/CirclePictureHierarchy"/>
    <dgm:cxn modelId="{7C630BC7-03CB-4F32-B3E9-31DDCC032647}" type="presParOf" srcId="{0EFEBF48-86CB-46D1-9D8F-DE2F84E3236A}" destId="{B10F2452-12B7-4A05-80DC-033BE48F8012}" srcOrd="0" destOrd="0" presId="urn:microsoft.com/office/officeart/2009/layout/CirclePictureHierarchy"/>
    <dgm:cxn modelId="{C893DFF5-AAF1-42D2-88A5-11A580EF3AE8}" type="presParOf" srcId="{B10F2452-12B7-4A05-80DC-033BE48F8012}" destId="{AAA59EB3-6B3C-4812-9698-ED5C90BB7F12}" srcOrd="0" destOrd="0" presId="urn:microsoft.com/office/officeart/2009/layout/CirclePictureHierarchy"/>
    <dgm:cxn modelId="{891D57FB-2E35-4CA7-8F64-3F25B28E0A0F}" type="presParOf" srcId="{B10F2452-12B7-4A05-80DC-033BE48F8012}" destId="{7F733042-272D-4CE2-9D29-F947C95CEA99}" srcOrd="1" destOrd="0" presId="urn:microsoft.com/office/officeart/2009/layout/CirclePictureHierarchy"/>
    <dgm:cxn modelId="{91DA9E0C-B1F0-4EFA-A700-68D945EDB156}" type="presParOf" srcId="{0EFEBF48-86CB-46D1-9D8F-DE2F84E3236A}" destId="{4F197AA2-62F1-4107-B519-AE0E6616D839}" srcOrd="1" destOrd="0" presId="urn:microsoft.com/office/officeart/2009/layout/CirclePictureHierarchy"/>
    <dgm:cxn modelId="{A9B213BF-9F30-477A-84A8-2934822E4BA4}" type="presParOf" srcId="{D350B741-5FE1-41C5-BD1C-3F45B439A9CC}" destId="{E827F560-BD36-45E5-B593-6A9D73E3FF9B}" srcOrd="2" destOrd="0" presId="urn:microsoft.com/office/officeart/2009/layout/CirclePictureHierarchy"/>
    <dgm:cxn modelId="{64C73E5E-D0C6-40DC-8072-045213840356}" type="presParOf" srcId="{D350B741-5FE1-41C5-BD1C-3F45B439A9CC}" destId="{666C6DDD-A48C-4D4B-9D09-6D7DF37649FC}" srcOrd="3" destOrd="0" presId="urn:microsoft.com/office/officeart/2009/layout/CirclePictureHierarchy"/>
    <dgm:cxn modelId="{31FDC237-AB89-47A2-A4EE-7FCB19C40E24}" type="presParOf" srcId="{666C6DDD-A48C-4D4B-9D09-6D7DF37649FC}" destId="{BB4BCFA2-A64E-4FE0-906C-1B31D56252C5}" srcOrd="0" destOrd="0" presId="urn:microsoft.com/office/officeart/2009/layout/CirclePictureHierarchy"/>
    <dgm:cxn modelId="{84737777-B058-4F2F-A6F9-918D71007EE1}" type="presParOf" srcId="{BB4BCFA2-A64E-4FE0-906C-1B31D56252C5}" destId="{4327EDF5-F470-4FF5-BC66-E49A4162E9BB}" srcOrd="0" destOrd="0" presId="urn:microsoft.com/office/officeart/2009/layout/CirclePictureHierarchy"/>
    <dgm:cxn modelId="{86E556F0-4A16-4488-B759-CE62A72A51D1}" type="presParOf" srcId="{BB4BCFA2-A64E-4FE0-906C-1B31D56252C5}" destId="{A0B3B378-658F-45BC-996F-6C20A6591C7E}" srcOrd="1" destOrd="0" presId="urn:microsoft.com/office/officeart/2009/layout/CirclePictureHierarchy"/>
    <dgm:cxn modelId="{D81C19BA-84AD-48A7-80D3-556A05FF44AF}" type="presParOf" srcId="{666C6DDD-A48C-4D4B-9D09-6D7DF37649FC}" destId="{3E9E8856-C9A9-4C31-8E4E-DDA632F81F79}" srcOrd="1" destOrd="0" presId="urn:microsoft.com/office/officeart/2009/layout/CirclePictureHierarchy"/>
    <dgm:cxn modelId="{DEE8A06F-D395-4633-846F-1B1AFA247C6A}" type="presParOf" srcId="{D350B741-5FE1-41C5-BD1C-3F45B439A9CC}" destId="{552877A2-286F-4B96-A04B-A6F0940B68E9}" srcOrd="4" destOrd="0" presId="urn:microsoft.com/office/officeart/2009/layout/CirclePictureHierarchy"/>
    <dgm:cxn modelId="{195FA28E-9313-4186-BA1D-B6B5B66D7055}" type="presParOf" srcId="{D350B741-5FE1-41C5-BD1C-3F45B439A9CC}" destId="{F24423BD-CAD4-4EBB-8C4D-12AEE6D9A924}" srcOrd="5" destOrd="0" presId="urn:microsoft.com/office/officeart/2009/layout/CirclePictureHierarchy"/>
    <dgm:cxn modelId="{6EB64DB4-B7DC-4933-8AB8-D41470185FE7}" type="presParOf" srcId="{F24423BD-CAD4-4EBB-8C4D-12AEE6D9A924}" destId="{7FF3559B-D4AE-48AF-9F6E-B2377848A058}" srcOrd="0" destOrd="0" presId="urn:microsoft.com/office/officeart/2009/layout/CirclePictureHierarchy"/>
    <dgm:cxn modelId="{74136733-045B-4539-A989-FD443A80FF9C}" type="presParOf" srcId="{7FF3559B-D4AE-48AF-9F6E-B2377848A058}" destId="{9B54B88D-DA0F-4B72-BC75-13513E92DD15}" srcOrd="0" destOrd="0" presId="urn:microsoft.com/office/officeart/2009/layout/CirclePictureHierarchy"/>
    <dgm:cxn modelId="{888FD58B-DA01-45B0-B884-A339B34B895F}" type="presParOf" srcId="{7FF3559B-D4AE-48AF-9F6E-B2377848A058}" destId="{95CC718A-760A-4CBD-B3A3-D1B29F3CF4E5}" srcOrd="1" destOrd="0" presId="urn:microsoft.com/office/officeart/2009/layout/CirclePictureHierarchy"/>
    <dgm:cxn modelId="{A923F1C1-1F10-4696-AF1D-941C7210DF68}" type="presParOf" srcId="{F24423BD-CAD4-4EBB-8C4D-12AEE6D9A924}" destId="{F0885929-7759-4A7A-92D5-5C4BF06F6FF6}" srcOrd="1" destOrd="0" presId="urn:microsoft.com/office/officeart/2009/layout/CirclePictureHierarchy"/>
    <dgm:cxn modelId="{A40D5113-87E5-4ACE-B1E8-4387EA217C8B}" type="presParOf" srcId="{D350B741-5FE1-41C5-BD1C-3F45B439A9CC}" destId="{E082C214-6D11-4603-AD61-B9A570069FB0}" srcOrd="6" destOrd="0" presId="urn:microsoft.com/office/officeart/2009/layout/CirclePictureHierarchy"/>
    <dgm:cxn modelId="{45125846-BD17-4C68-9585-865C216266AF}" type="presParOf" srcId="{D350B741-5FE1-41C5-BD1C-3F45B439A9CC}" destId="{E623003C-1A89-499F-B9A6-C97E86E8C3CB}" srcOrd="7" destOrd="0" presId="urn:microsoft.com/office/officeart/2009/layout/CirclePictureHierarchy"/>
    <dgm:cxn modelId="{DFFD36F6-C75B-41E2-BD8A-70120D32B7D0}" type="presParOf" srcId="{E623003C-1A89-499F-B9A6-C97E86E8C3CB}" destId="{F16DA43A-BC77-4C04-9002-723A4BF15D91}" srcOrd="0" destOrd="0" presId="urn:microsoft.com/office/officeart/2009/layout/CirclePictureHierarchy"/>
    <dgm:cxn modelId="{A0E7F4C0-D26E-4DA0-98EE-0AA881F35F01}" type="presParOf" srcId="{F16DA43A-BC77-4C04-9002-723A4BF15D91}" destId="{22E396E5-2C33-4885-882F-590E52817D28}" srcOrd="0" destOrd="0" presId="urn:microsoft.com/office/officeart/2009/layout/CirclePictureHierarchy"/>
    <dgm:cxn modelId="{3A4E4F1F-4616-473F-A00F-D13D0AB9FA41}" type="presParOf" srcId="{F16DA43A-BC77-4C04-9002-723A4BF15D91}" destId="{A5DAE4E9-5B13-4C5C-B437-2EE58D4538E0}" srcOrd="1" destOrd="0" presId="urn:microsoft.com/office/officeart/2009/layout/CirclePictureHierarchy"/>
    <dgm:cxn modelId="{1774E3A4-FE2D-4A0D-9E4D-E399583BFA49}" type="presParOf" srcId="{E623003C-1A89-499F-B9A6-C97E86E8C3CB}" destId="{4671CA77-93FA-460B-925A-E5EC72CEAAD4}" srcOrd="1" destOrd="0" presId="urn:microsoft.com/office/officeart/2009/layout/CirclePictureHierarchy"/>
    <dgm:cxn modelId="{819DA87B-058C-47A3-BF0F-ADFF90477078}" type="presParOf" srcId="{4671CA77-93FA-460B-925A-E5EC72CEAAD4}" destId="{F6CE209A-1F67-4CC2-90DE-6694BB56D403}" srcOrd="0" destOrd="0" presId="urn:microsoft.com/office/officeart/2009/layout/CirclePictureHierarchy"/>
    <dgm:cxn modelId="{E3F70B79-1825-4853-9BB5-91FECA8577C7}" type="presParOf" srcId="{4671CA77-93FA-460B-925A-E5EC72CEAAD4}" destId="{88B0EBF2-2CB6-4936-A550-0579B12A0D62}" srcOrd="1" destOrd="0" presId="urn:microsoft.com/office/officeart/2009/layout/CirclePictureHierarchy"/>
    <dgm:cxn modelId="{162DD158-CE3B-43F0-8503-0C3263F9F4D4}" type="presParOf" srcId="{88B0EBF2-2CB6-4936-A550-0579B12A0D62}" destId="{717EF922-C9D1-4AE3-A314-0549EE8FA030}" srcOrd="0" destOrd="0" presId="urn:microsoft.com/office/officeart/2009/layout/CirclePictureHierarchy"/>
    <dgm:cxn modelId="{6DC26974-9195-4F72-B6FF-CF2DF833D92C}" type="presParOf" srcId="{717EF922-C9D1-4AE3-A314-0549EE8FA030}" destId="{F3D43CB5-102A-4753-B3D5-9A32960429B6}" srcOrd="0" destOrd="0" presId="urn:microsoft.com/office/officeart/2009/layout/CirclePictureHierarchy"/>
    <dgm:cxn modelId="{50B7D2A6-8062-4FF3-9B97-E8ABE91EAFF9}" type="presParOf" srcId="{717EF922-C9D1-4AE3-A314-0549EE8FA030}" destId="{B636CBBC-28BE-4407-B3AD-7E294F28B4F0}" srcOrd="1" destOrd="0" presId="urn:microsoft.com/office/officeart/2009/layout/CirclePictureHierarchy"/>
    <dgm:cxn modelId="{F599B93B-5993-4FCB-A45C-97E4B050585C}" type="presParOf" srcId="{88B0EBF2-2CB6-4936-A550-0579B12A0D62}" destId="{3F4215E2-B8CA-4B3A-B01D-C418E8C058A5}" srcOrd="1" destOrd="0" presId="urn:microsoft.com/office/officeart/2009/layout/CirclePictureHierarchy"/>
    <dgm:cxn modelId="{7BD81128-5A22-4A7F-9938-F5D505F293CA}" type="presParOf" srcId="{4671CA77-93FA-460B-925A-E5EC72CEAAD4}" destId="{CE783857-DBE8-4A22-8479-9223B0D8E67B}" srcOrd="2" destOrd="0" presId="urn:microsoft.com/office/officeart/2009/layout/CirclePictureHierarchy"/>
    <dgm:cxn modelId="{F9316A02-63B8-423D-87A2-7DC67F9BD74C}" type="presParOf" srcId="{4671CA77-93FA-460B-925A-E5EC72CEAAD4}" destId="{52A0C68B-B44E-431B-882D-5741BEE484F3}" srcOrd="3" destOrd="0" presId="urn:microsoft.com/office/officeart/2009/layout/CirclePictureHierarchy"/>
    <dgm:cxn modelId="{E31FC3FB-BC17-40C4-AC11-1D57BDDCF403}" type="presParOf" srcId="{52A0C68B-B44E-431B-882D-5741BEE484F3}" destId="{2D80B0B6-7B79-4B10-84E7-1B243B8092BD}" srcOrd="0" destOrd="0" presId="urn:microsoft.com/office/officeart/2009/layout/CirclePictureHierarchy"/>
    <dgm:cxn modelId="{62BBEE66-0797-4178-AF36-48EEA527D04D}" type="presParOf" srcId="{2D80B0B6-7B79-4B10-84E7-1B243B8092BD}" destId="{B4E9D19F-6750-4B70-844C-FE139044D1FD}" srcOrd="0" destOrd="0" presId="urn:microsoft.com/office/officeart/2009/layout/CirclePictureHierarchy"/>
    <dgm:cxn modelId="{A918B60C-F43D-41DE-A0C1-0B38B038C836}" type="presParOf" srcId="{2D80B0B6-7B79-4B10-84E7-1B243B8092BD}" destId="{35C17AF2-CC9A-4DC2-A81B-B6FF729FAED1}" srcOrd="1" destOrd="0" presId="urn:microsoft.com/office/officeart/2009/layout/CirclePictureHierarchy"/>
    <dgm:cxn modelId="{BB202681-5D84-4AB4-AFA8-BE71419C7BC2}" type="presParOf" srcId="{52A0C68B-B44E-431B-882D-5741BEE484F3}" destId="{4FC77AB0-713C-47CD-837C-BF3B07DFE188}" srcOrd="1" destOrd="0" presId="urn:microsoft.com/office/officeart/2009/layout/CirclePictureHierarchy"/>
    <dgm:cxn modelId="{970D5FBD-3C90-48F7-BAF9-C649B9EB2D30}" type="presParOf" srcId="{D350B741-5FE1-41C5-BD1C-3F45B439A9CC}" destId="{489679AF-091D-4AD8-9817-9D2B41F8A253}" srcOrd="8" destOrd="0" presId="urn:microsoft.com/office/officeart/2009/layout/CirclePictureHierarchy"/>
    <dgm:cxn modelId="{F61C33D9-6280-4114-A2CD-18E47046430F}" type="presParOf" srcId="{D350B741-5FE1-41C5-BD1C-3F45B439A9CC}" destId="{B311BAEE-9999-4D8D-8D20-1344660E793C}" srcOrd="9" destOrd="0" presId="urn:microsoft.com/office/officeart/2009/layout/CirclePictureHierarchy"/>
    <dgm:cxn modelId="{183938E2-041D-448D-8D8B-1D015B01B477}" type="presParOf" srcId="{B311BAEE-9999-4D8D-8D20-1344660E793C}" destId="{6E807E80-7AD1-4981-A53A-E2A3138BE105}" srcOrd="0" destOrd="0" presId="urn:microsoft.com/office/officeart/2009/layout/CirclePictureHierarchy"/>
    <dgm:cxn modelId="{45F015BA-36BD-4350-B88D-03B0F28AAFB9}" type="presParOf" srcId="{6E807E80-7AD1-4981-A53A-E2A3138BE105}" destId="{25D5FDBC-AC6D-42D1-99A6-145DAABCC3F2}" srcOrd="0" destOrd="0" presId="urn:microsoft.com/office/officeart/2009/layout/CirclePictureHierarchy"/>
    <dgm:cxn modelId="{722B8AFE-0970-499D-9551-F072E30CD78A}" type="presParOf" srcId="{6E807E80-7AD1-4981-A53A-E2A3138BE105}" destId="{E240AB22-586C-4A9F-AA4B-24F70E059A00}" srcOrd="1" destOrd="0" presId="urn:microsoft.com/office/officeart/2009/layout/CirclePictureHierarchy"/>
    <dgm:cxn modelId="{8AB112F6-7D1A-420D-BBA6-87BA8E1C4C7D}" type="presParOf" srcId="{B311BAEE-9999-4D8D-8D20-1344660E793C}" destId="{07AA72FB-C2FF-4757-93CB-254311B0476E}" srcOrd="1" destOrd="0" presId="urn:microsoft.com/office/officeart/2009/layout/CirclePictureHierarchy"/>
    <dgm:cxn modelId="{1EECB4B2-1016-4173-81E3-9ECC2F56027E}" type="presParOf" srcId="{07AA72FB-C2FF-4757-93CB-254311B0476E}" destId="{D61B2060-A265-445A-9D17-DD3E9FD7E4CE}" srcOrd="0" destOrd="0" presId="urn:microsoft.com/office/officeart/2009/layout/CirclePictureHierarchy"/>
    <dgm:cxn modelId="{EBE38BDE-4639-4A7E-B36A-C22402152BB4}" type="presParOf" srcId="{07AA72FB-C2FF-4757-93CB-254311B0476E}" destId="{D5AC37DC-A6CF-48CD-8E07-C51D5316E86A}" srcOrd="1" destOrd="0" presId="urn:microsoft.com/office/officeart/2009/layout/CirclePictureHierarchy"/>
    <dgm:cxn modelId="{2AEDF96C-F45F-4C97-B0D1-B28050477E71}" type="presParOf" srcId="{D5AC37DC-A6CF-48CD-8E07-C51D5316E86A}" destId="{2F3CEB77-E045-497C-B052-D008BF65455B}" srcOrd="0" destOrd="0" presId="urn:microsoft.com/office/officeart/2009/layout/CirclePictureHierarchy"/>
    <dgm:cxn modelId="{ADE16F48-DB49-4F8D-94D3-C28C4DF8D80B}" type="presParOf" srcId="{2F3CEB77-E045-497C-B052-D008BF65455B}" destId="{73D3222F-6629-4ABC-85EE-53D7F603DF8F}" srcOrd="0" destOrd="0" presId="urn:microsoft.com/office/officeart/2009/layout/CirclePictureHierarchy"/>
    <dgm:cxn modelId="{BA79C668-F564-4C04-A721-41B580D75810}" type="presParOf" srcId="{2F3CEB77-E045-497C-B052-D008BF65455B}" destId="{66416B3E-FFF4-41A1-9900-7FADF28981A6}" srcOrd="1" destOrd="0" presId="urn:microsoft.com/office/officeart/2009/layout/CirclePictureHierarchy"/>
    <dgm:cxn modelId="{8AFB9BF4-6BB8-4FD9-A599-BA118A26E201}" type="presParOf" srcId="{D5AC37DC-A6CF-48CD-8E07-C51D5316E86A}" destId="{DAB51BED-2418-4F88-9E2A-35364E91ED9B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776BD-D19E-4594-AE52-0B5FD2B15164}">
      <dsp:nvSpPr>
        <dsp:cNvPr id="0" name=""/>
        <dsp:cNvSpPr/>
      </dsp:nvSpPr>
      <dsp:spPr>
        <a:xfrm>
          <a:off x="1964336" y="1980875"/>
          <a:ext cx="1336626" cy="341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360"/>
              </a:lnTo>
              <a:lnTo>
                <a:pt x="1336626" y="182360"/>
              </a:lnTo>
              <a:lnTo>
                <a:pt x="1336626" y="3410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2C214-6D11-4603-AD61-B9A570069FB0}">
      <dsp:nvSpPr>
        <dsp:cNvPr id="0" name=""/>
        <dsp:cNvSpPr/>
      </dsp:nvSpPr>
      <dsp:spPr>
        <a:xfrm>
          <a:off x="508391" y="1980875"/>
          <a:ext cx="1455945" cy="341028"/>
        </a:xfrm>
        <a:custGeom>
          <a:avLst/>
          <a:gdLst/>
          <a:ahLst/>
          <a:cxnLst/>
          <a:rect l="0" t="0" r="0" b="0"/>
          <a:pathLst>
            <a:path>
              <a:moveTo>
                <a:pt x="1455945" y="0"/>
              </a:moveTo>
              <a:lnTo>
                <a:pt x="1455945" y="182360"/>
              </a:lnTo>
              <a:lnTo>
                <a:pt x="0" y="182360"/>
              </a:lnTo>
              <a:lnTo>
                <a:pt x="0" y="3410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76840-BA52-446B-BEAF-05C05BD1F5C1}">
      <dsp:nvSpPr>
        <dsp:cNvPr id="0" name=""/>
        <dsp:cNvSpPr/>
      </dsp:nvSpPr>
      <dsp:spPr>
        <a:xfrm>
          <a:off x="1456596" y="965394"/>
          <a:ext cx="1015480" cy="101548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</dsp:sp>
    <dsp:sp modelId="{AD49B6E1-794B-46C3-99CC-37A7D8410365}">
      <dsp:nvSpPr>
        <dsp:cNvPr id="0" name=""/>
        <dsp:cNvSpPr/>
      </dsp:nvSpPr>
      <dsp:spPr>
        <a:xfrm>
          <a:off x="2412417" y="984008"/>
          <a:ext cx="1523221" cy="10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solidFill>
                <a:schemeClr val="bg1"/>
              </a:solidFill>
              <a:latin typeface="Lucida Sans" panose="020B0602030504020204" pitchFamily="34" charset="0"/>
            </a:rPr>
            <a:t>Aaron</a:t>
          </a:r>
          <a:endParaRPr lang="en-US" sz="3000" kern="1200" dirty="0">
            <a:solidFill>
              <a:schemeClr val="bg1"/>
            </a:solidFill>
            <a:latin typeface="Lucida Sans" panose="020B0602030504020204" pitchFamily="34" charset="0"/>
          </a:endParaRPr>
        </a:p>
      </dsp:txBody>
      <dsp:txXfrm>
        <a:off x="2412417" y="984008"/>
        <a:ext cx="1523221" cy="1015480"/>
      </dsp:txXfrm>
    </dsp:sp>
    <dsp:sp modelId="{22E396E5-2C33-4885-882F-590E52817D28}">
      <dsp:nvSpPr>
        <dsp:cNvPr id="0" name=""/>
        <dsp:cNvSpPr/>
      </dsp:nvSpPr>
      <dsp:spPr>
        <a:xfrm>
          <a:off x="650" y="2321904"/>
          <a:ext cx="1015480" cy="101548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AE4E9-5B13-4C5C-B437-2EE58D4538E0}">
      <dsp:nvSpPr>
        <dsp:cNvPr id="0" name=""/>
        <dsp:cNvSpPr/>
      </dsp:nvSpPr>
      <dsp:spPr>
        <a:xfrm>
          <a:off x="1016131" y="2319365"/>
          <a:ext cx="1523221" cy="10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solidFill>
                <a:schemeClr val="bg1"/>
              </a:solidFill>
              <a:latin typeface="Lucida Sans" panose="020B0602030504020204" pitchFamily="34" charset="0"/>
            </a:rPr>
            <a:t>Brenda</a:t>
          </a:r>
          <a:endParaRPr lang="en-US" sz="3000" kern="1200" dirty="0">
            <a:solidFill>
              <a:schemeClr val="bg1"/>
            </a:solidFill>
            <a:latin typeface="Lucida Sans" panose="020B0602030504020204" pitchFamily="34" charset="0"/>
          </a:endParaRPr>
        </a:p>
      </dsp:txBody>
      <dsp:txXfrm>
        <a:off x="1016131" y="2319365"/>
        <a:ext cx="1523221" cy="1015480"/>
      </dsp:txXfrm>
    </dsp:sp>
    <dsp:sp modelId="{CF964134-4139-4984-B66E-3DEDF5BF6838}">
      <dsp:nvSpPr>
        <dsp:cNvPr id="0" name=""/>
        <dsp:cNvSpPr/>
      </dsp:nvSpPr>
      <dsp:spPr>
        <a:xfrm>
          <a:off x="2793223" y="2321904"/>
          <a:ext cx="1015480" cy="101548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5A0C1-33E4-4F94-8CF9-3DF9FB502C19}">
      <dsp:nvSpPr>
        <dsp:cNvPr id="0" name=""/>
        <dsp:cNvSpPr/>
      </dsp:nvSpPr>
      <dsp:spPr>
        <a:xfrm>
          <a:off x="3808703" y="2319365"/>
          <a:ext cx="1523221" cy="10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bg1"/>
              </a:solidFill>
              <a:latin typeface="Lucida Sans" panose="020B0602030504020204" pitchFamily="34" charset="0"/>
            </a:rPr>
            <a:t>Brian</a:t>
          </a:r>
        </a:p>
      </dsp:txBody>
      <dsp:txXfrm>
        <a:off x="3808703" y="2319365"/>
        <a:ext cx="1523221" cy="1015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B2060-A265-445A-9D17-DD3E9FD7E4CE}">
      <dsp:nvSpPr>
        <dsp:cNvPr id="0" name=""/>
        <dsp:cNvSpPr/>
      </dsp:nvSpPr>
      <dsp:spPr>
        <a:xfrm>
          <a:off x="3953712" y="2494816"/>
          <a:ext cx="91440" cy="2099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99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679AF-091D-4AD8-9817-9D2B41F8A253}">
      <dsp:nvSpPr>
        <dsp:cNvPr id="0" name=""/>
        <dsp:cNvSpPr/>
      </dsp:nvSpPr>
      <dsp:spPr>
        <a:xfrm>
          <a:off x="2663788" y="1604389"/>
          <a:ext cx="1335643" cy="2238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02"/>
              </a:lnTo>
              <a:lnTo>
                <a:pt x="1335643" y="119702"/>
              </a:lnTo>
              <a:lnTo>
                <a:pt x="1335643" y="223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783857-DBE8-4A22-8479-9223B0D8E67B}">
      <dsp:nvSpPr>
        <dsp:cNvPr id="0" name=""/>
        <dsp:cNvSpPr/>
      </dsp:nvSpPr>
      <dsp:spPr>
        <a:xfrm>
          <a:off x="1249822" y="2494816"/>
          <a:ext cx="916536" cy="2099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818"/>
              </a:lnTo>
              <a:lnTo>
                <a:pt x="916536" y="105818"/>
              </a:lnTo>
              <a:lnTo>
                <a:pt x="916536" y="2099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CE209A-1F67-4CC2-90DE-6694BB56D403}">
      <dsp:nvSpPr>
        <dsp:cNvPr id="0" name=""/>
        <dsp:cNvSpPr/>
      </dsp:nvSpPr>
      <dsp:spPr>
        <a:xfrm>
          <a:off x="333285" y="2494816"/>
          <a:ext cx="916536" cy="209970"/>
        </a:xfrm>
        <a:custGeom>
          <a:avLst/>
          <a:gdLst/>
          <a:ahLst/>
          <a:cxnLst/>
          <a:rect l="0" t="0" r="0" b="0"/>
          <a:pathLst>
            <a:path>
              <a:moveTo>
                <a:pt x="916536" y="0"/>
              </a:moveTo>
              <a:lnTo>
                <a:pt x="916536" y="105818"/>
              </a:lnTo>
              <a:lnTo>
                <a:pt x="0" y="105818"/>
              </a:lnTo>
              <a:lnTo>
                <a:pt x="0" y="2099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2C214-6D11-4603-AD61-B9A570069FB0}">
      <dsp:nvSpPr>
        <dsp:cNvPr id="0" name=""/>
        <dsp:cNvSpPr/>
      </dsp:nvSpPr>
      <dsp:spPr>
        <a:xfrm>
          <a:off x="1249822" y="1604389"/>
          <a:ext cx="1413965" cy="223854"/>
        </a:xfrm>
        <a:custGeom>
          <a:avLst/>
          <a:gdLst/>
          <a:ahLst/>
          <a:cxnLst/>
          <a:rect l="0" t="0" r="0" b="0"/>
          <a:pathLst>
            <a:path>
              <a:moveTo>
                <a:pt x="1413965" y="0"/>
              </a:moveTo>
              <a:lnTo>
                <a:pt x="1413965" y="119702"/>
              </a:lnTo>
              <a:lnTo>
                <a:pt x="0" y="119702"/>
              </a:lnTo>
              <a:lnTo>
                <a:pt x="0" y="2238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76840-BA52-446B-BEAF-05C05BD1F5C1}">
      <dsp:nvSpPr>
        <dsp:cNvPr id="0" name=""/>
        <dsp:cNvSpPr/>
      </dsp:nvSpPr>
      <dsp:spPr>
        <a:xfrm>
          <a:off x="2330502" y="937817"/>
          <a:ext cx="666572" cy="6665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</dsp:sp>
    <dsp:sp modelId="{AD49B6E1-794B-46C3-99CC-37A7D8410365}">
      <dsp:nvSpPr>
        <dsp:cNvPr id="0" name=""/>
        <dsp:cNvSpPr/>
      </dsp:nvSpPr>
      <dsp:spPr>
        <a:xfrm>
          <a:off x="2957913" y="950035"/>
          <a:ext cx="999858" cy="6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Lucida Sans" panose="020B0602030504020204" pitchFamily="34" charset="0"/>
            </a:rPr>
            <a:t>Aaron</a:t>
          </a:r>
        </a:p>
      </dsp:txBody>
      <dsp:txXfrm>
        <a:off x="2957913" y="950035"/>
        <a:ext cx="999858" cy="666572"/>
      </dsp:txXfrm>
    </dsp:sp>
    <dsp:sp modelId="{22E396E5-2C33-4885-882F-590E52817D28}">
      <dsp:nvSpPr>
        <dsp:cNvPr id="0" name=""/>
        <dsp:cNvSpPr/>
      </dsp:nvSpPr>
      <dsp:spPr>
        <a:xfrm>
          <a:off x="916536" y="1828244"/>
          <a:ext cx="666572" cy="6665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AE4E9-5B13-4C5C-B437-2EE58D4538E0}">
      <dsp:nvSpPr>
        <dsp:cNvPr id="0" name=""/>
        <dsp:cNvSpPr/>
      </dsp:nvSpPr>
      <dsp:spPr>
        <a:xfrm>
          <a:off x="1583108" y="1826577"/>
          <a:ext cx="999858" cy="6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Lucida Sans" panose="020B0602030504020204" pitchFamily="34" charset="0"/>
            </a:rPr>
            <a:t>Brenda</a:t>
          </a:r>
        </a:p>
      </dsp:txBody>
      <dsp:txXfrm>
        <a:off x="1583108" y="1826577"/>
        <a:ext cx="999858" cy="666572"/>
      </dsp:txXfrm>
    </dsp:sp>
    <dsp:sp modelId="{F3D43CB5-102A-4753-B3D5-9A32960429B6}">
      <dsp:nvSpPr>
        <dsp:cNvPr id="0" name=""/>
        <dsp:cNvSpPr/>
      </dsp:nvSpPr>
      <dsp:spPr>
        <a:xfrm>
          <a:off x="0" y="2704786"/>
          <a:ext cx="666572" cy="66657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6CBBC-28BE-4407-B3AD-7E294F28B4F0}">
      <dsp:nvSpPr>
        <dsp:cNvPr id="0" name=""/>
        <dsp:cNvSpPr/>
      </dsp:nvSpPr>
      <dsp:spPr>
        <a:xfrm>
          <a:off x="666571" y="2703119"/>
          <a:ext cx="999858" cy="6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Lucida Sans" panose="020B0602030504020204" pitchFamily="34" charset="0"/>
            </a:rPr>
            <a:t>Chris</a:t>
          </a:r>
        </a:p>
      </dsp:txBody>
      <dsp:txXfrm>
        <a:off x="666571" y="2703119"/>
        <a:ext cx="999858" cy="666572"/>
      </dsp:txXfrm>
    </dsp:sp>
    <dsp:sp modelId="{B4E9D19F-6750-4B70-844C-FE139044D1FD}">
      <dsp:nvSpPr>
        <dsp:cNvPr id="0" name=""/>
        <dsp:cNvSpPr/>
      </dsp:nvSpPr>
      <dsp:spPr>
        <a:xfrm>
          <a:off x="1833072" y="2704786"/>
          <a:ext cx="666572" cy="66657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17AF2-CC9A-4DC2-A81B-B6FF729FAED1}">
      <dsp:nvSpPr>
        <dsp:cNvPr id="0" name=""/>
        <dsp:cNvSpPr/>
      </dsp:nvSpPr>
      <dsp:spPr>
        <a:xfrm>
          <a:off x="2499644" y="2703119"/>
          <a:ext cx="999858" cy="6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Lucida Sans" panose="020B0602030504020204" pitchFamily="34" charset="0"/>
            </a:rPr>
            <a:t>Crystal</a:t>
          </a:r>
        </a:p>
      </dsp:txBody>
      <dsp:txXfrm>
        <a:off x="2499644" y="2703119"/>
        <a:ext cx="999858" cy="666572"/>
      </dsp:txXfrm>
    </dsp:sp>
    <dsp:sp modelId="{25D5FDBC-AC6D-42D1-99A6-145DAABCC3F2}">
      <dsp:nvSpPr>
        <dsp:cNvPr id="0" name=""/>
        <dsp:cNvSpPr/>
      </dsp:nvSpPr>
      <dsp:spPr>
        <a:xfrm>
          <a:off x="3666146" y="1828244"/>
          <a:ext cx="666572" cy="6665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0AB22-586C-4A9F-AA4B-24F70E059A00}">
      <dsp:nvSpPr>
        <dsp:cNvPr id="0" name=""/>
        <dsp:cNvSpPr/>
      </dsp:nvSpPr>
      <dsp:spPr>
        <a:xfrm>
          <a:off x="4332718" y="1826577"/>
          <a:ext cx="999858" cy="6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Lucida Sans" panose="020B0602030504020204" pitchFamily="34" charset="0"/>
            </a:rPr>
            <a:t>Brian</a:t>
          </a:r>
        </a:p>
      </dsp:txBody>
      <dsp:txXfrm>
        <a:off x="4332718" y="1826577"/>
        <a:ext cx="999858" cy="666572"/>
      </dsp:txXfrm>
    </dsp:sp>
    <dsp:sp modelId="{73D3222F-6629-4ABC-85EE-53D7F603DF8F}">
      <dsp:nvSpPr>
        <dsp:cNvPr id="0" name=""/>
        <dsp:cNvSpPr/>
      </dsp:nvSpPr>
      <dsp:spPr>
        <a:xfrm>
          <a:off x="3666146" y="2704786"/>
          <a:ext cx="666572" cy="66657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16B3E-FFF4-41A1-9900-7FADF28981A6}">
      <dsp:nvSpPr>
        <dsp:cNvPr id="0" name=""/>
        <dsp:cNvSpPr/>
      </dsp:nvSpPr>
      <dsp:spPr>
        <a:xfrm>
          <a:off x="4332718" y="2703119"/>
          <a:ext cx="999858" cy="6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Lucida Sans" panose="020B0602030504020204" pitchFamily="34" charset="0"/>
            </a:rPr>
            <a:t>Cindy</a:t>
          </a:r>
        </a:p>
      </dsp:txBody>
      <dsp:txXfrm>
        <a:off x="4332718" y="2703119"/>
        <a:ext cx="999858" cy="6665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B2060-A265-445A-9D17-DD3E9FD7E4CE}">
      <dsp:nvSpPr>
        <dsp:cNvPr id="0" name=""/>
        <dsp:cNvSpPr/>
      </dsp:nvSpPr>
      <dsp:spPr>
        <a:xfrm>
          <a:off x="4998571" y="2974156"/>
          <a:ext cx="91440" cy="1233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33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679AF-091D-4AD8-9817-9D2B41F8A253}">
      <dsp:nvSpPr>
        <dsp:cNvPr id="0" name=""/>
        <dsp:cNvSpPr/>
      </dsp:nvSpPr>
      <dsp:spPr>
        <a:xfrm>
          <a:off x="2643923" y="2450968"/>
          <a:ext cx="2400367" cy="131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333"/>
              </a:lnTo>
              <a:lnTo>
                <a:pt x="2400367" y="70333"/>
              </a:lnTo>
              <a:lnTo>
                <a:pt x="2400367" y="1315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783857-DBE8-4A22-8479-9223B0D8E67B}">
      <dsp:nvSpPr>
        <dsp:cNvPr id="0" name=""/>
        <dsp:cNvSpPr/>
      </dsp:nvSpPr>
      <dsp:spPr>
        <a:xfrm>
          <a:off x="3428706" y="2974156"/>
          <a:ext cx="538528" cy="1233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75"/>
              </a:lnTo>
              <a:lnTo>
                <a:pt x="538528" y="62175"/>
              </a:lnTo>
              <a:lnTo>
                <a:pt x="538528" y="1233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CE209A-1F67-4CC2-90DE-6694BB56D403}">
      <dsp:nvSpPr>
        <dsp:cNvPr id="0" name=""/>
        <dsp:cNvSpPr/>
      </dsp:nvSpPr>
      <dsp:spPr>
        <a:xfrm>
          <a:off x="2890177" y="2974156"/>
          <a:ext cx="538528" cy="123371"/>
        </a:xfrm>
        <a:custGeom>
          <a:avLst/>
          <a:gdLst/>
          <a:ahLst/>
          <a:cxnLst/>
          <a:rect l="0" t="0" r="0" b="0"/>
          <a:pathLst>
            <a:path>
              <a:moveTo>
                <a:pt x="538528" y="0"/>
              </a:moveTo>
              <a:lnTo>
                <a:pt x="538528" y="62175"/>
              </a:lnTo>
              <a:lnTo>
                <a:pt x="0" y="62175"/>
              </a:lnTo>
              <a:lnTo>
                <a:pt x="0" y="1233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2C214-6D11-4603-AD61-B9A570069FB0}">
      <dsp:nvSpPr>
        <dsp:cNvPr id="0" name=""/>
        <dsp:cNvSpPr/>
      </dsp:nvSpPr>
      <dsp:spPr>
        <a:xfrm>
          <a:off x="2643923" y="2450968"/>
          <a:ext cx="784782" cy="131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333"/>
              </a:lnTo>
              <a:lnTo>
                <a:pt x="784782" y="70333"/>
              </a:lnTo>
              <a:lnTo>
                <a:pt x="784782" y="1315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2877A2-286F-4B96-A04B-A6F0940B68E9}">
      <dsp:nvSpPr>
        <dsp:cNvPr id="0" name=""/>
        <dsp:cNvSpPr/>
      </dsp:nvSpPr>
      <dsp:spPr>
        <a:xfrm>
          <a:off x="2351649" y="2450968"/>
          <a:ext cx="292274" cy="131530"/>
        </a:xfrm>
        <a:custGeom>
          <a:avLst/>
          <a:gdLst/>
          <a:ahLst/>
          <a:cxnLst/>
          <a:rect l="0" t="0" r="0" b="0"/>
          <a:pathLst>
            <a:path>
              <a:moveTo>
                <a:pt x="292274" y="0"/>
              </a:moveTo>
              <a:lnTo>
                <a:pt x="292274" y="70333"/>
              </a:lnTo>
              <a:lnTo>
                <a:pt x="0" y="70333"/>
              </a:lnTo>
              <a:lnTo>
                <a:pt x="0" y="1315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27F560-BD36-45E5-B593-6A9D73E3FF9B}">
      <dsp:nvSpPr>
        <dsp:cNvPr id="0" name=""/>
        <dsp:cNvSpPr/>
      </dsp:nvSpPr>
      <dsp:spPr>
        <a:xfrm>
          <a:off x="1274592" y="2450968"/>
          <a:ext cx="1369330" cy="131530"/>
        </a:xfrm>
        <a:custGeom>
          <a:avLst/>
          <a:gdLst/>
          <a:ahLst/>
          <a:cxnLst/>
          <a:rect l="0" t="0" r="0" b="0"/>
          <a:pathLst>
            <a:path>
              <a:moveTo>
                <a:pt x="1369330" y="0"/>
              </a:moveTo>
              <a:lnTo>
                <a:pt x="1369330" y="70333"/>
              </a:lnTo>
              <a:lnTo>
                <a:pt x="0" y="70333"/>
              </a:lnTo>
              <a:lnTo>
                <a:pt x="0" y="1315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24902D-8A4B-45D5-BF24-B2665B6A6475}">
      <dsp:nvSpPr>
        <dsp:cNvPr id="0" name=""/>
        <dsp:cNvSpPr/>
      </dsp:nvSpPr>
      <dsp:spPr>
        <a:xfrm>
          <a:off x="197536" y="2450968"/>
          <a:ext cx="2446387" cy="131530"/>
        </a:xfrm>
        <a:custGeom>
          <a:avLst/>
          <a:gdLst/>
          <a:ahLst/>
          <a:cxnLst/>
          <a:rect l="0" t="0" r="0" b="0"/>
          <a:pathLst>
            <a:path>
              <a:moveTo>
                <a:pt x="2446387" y="0"/>
              </a:moveTo>
              <a:lnTo>
                <a:pt x="2446387" y="70333"/>
              </a:lnTo>
              <a:lnTo>
                <a:pt x="0" y="70333"/>
              </a:lnTo>
              <a:lnTo>
                <a:pt x="0" y="1315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76840-BA52-446B-BEAF-05C05BD1F5C1}">
      <dsp:nvSpPr>
        <dsp:cNvPr id="0" name=""/>
        <dsp:cNvSpPr/>
      </dsp:nvSpPr>
      <dsp:spPr>
        <a:xfrm>
          <a:off x="2448095" y="2059311"/>
          <a:ext cx="391656" cy="39165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</dsp:sp>
    <dsp:sp modelId="{AD49B6E1-794B-46C3-99CC-37A7D8410365}">
      <dsp:nvSpPr>
        <dsp:cNvPr id="0" name=""/>
        <dsp:cNvSpPr/>
      </dsp:nvSpPr>
      <dsp:spPr>
        <a:xfrm>
          <a:off x="2816742" y="2066491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Aaron</a:t>
          </a:r>
        </a:p>
      </dsp:txBody>
      <dsp:txXfrm>
        <a:off x="2816742" y="2066491"/>
        <a:ext cx="587485" cy="391656"/>
      </dsp:txXfrm>
    </dsp:sp>
    <dsp:sp modelId="{AAA59EB3-6B3C-4812-9698-ED5C90BB7F12}">
      <dsp:nvSpPr>
        <dsp:cNvPr id="0" name=""/>
        <dsp:cNvSpPr/>
      </dsp:nvSpPr>
      <dsp:spPr>
        <a:xfrm>
          <a:off x="1707" y="2582499"/>
          <a:ext cx="391656" cy="39165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33042-272D-4CE2-9D29-F947C95CEA99}">
      <dsp:nvSpPr>
        <dsp:cNvPr id="0" name=""/>
        <dsp:cNvSpPr/>
      </dsp:nvSpPr>
      <dsp:spPr>
        <a:xfrm>
          <a:off x="393364" y="2581519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Bob</a:t>
          </a:r>
        </a:p>
      </dsp:txBody>
      <dsp:txXfrm>
        <a:off x="393364" y="2581519"/>
        <a:ext cx="587485" cy="391656"/>
      </dsp:txXfrm>
    </dsp:sp>
    <dsp:sp modelId="{4327EDF5-F470-4FF5-BC66-E49A4162E9BB}">
      <dsp:nvSpPr>
        <dsp:cNvPr id="0" name=""/>
        <dsp:cNvSpPr/>
      </dsp:nvSpPr>
      <dsp:spPr>
        <a:xfrm>
          <a:off x="1078764" y="2582499"/>
          <a:ext cx="391656" cy="39165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3B378-658F-45BC-996F-6C20A6591C7E}">
      <dsp:nvSpPr>
        <dsp:cNvPr id="0" name=""/>
        <dsp:cNvSpPr/>
      </dsp:nvSpPr>
      <dsp:spPr>
        <a:xfrm>
          <a:off x="1470421" y="2581519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Becky</a:t>
          </a:r>
        </a:p>
      </dsp:txBody>
      <dsp:txXfrm>
        <a:off x="1470421" y="2581519"/>
        <a:ext cx="587485" cy="391656"/>
      </dsp:txXfrm>
    </dsp:sp>
    <dsp:sp modelId="{9B54B88D-DA0F-4B72-BC75-13513E92DD15}">
      <dsp:nvSpPr>
        <dsp:cNvPr id="0" name=""/>
        <dsp:cNvSpPr/>
      </dsp:nvSpPr>
      <dsp:spPr>
        <a:xfrm>
          <a:off x="2155821" y="2582499"/>
          <a:ext cx="391656" cy="39165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C718A-760A-4CBD-B3A3-D1B29F3CF4E5}">
      <dsp:nvSpPr>
        <dsp:cNvPr id="0" name=""/>
        <dsp:cNvSpPr/>
      </dsp:nvSpPr>
      <dsp:spPr>
        <a:xfrm>
          <a:off x="2547478" y="2581519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Benjamin</a:t>
          </a:r>
        </a:p>
      </dsp:txBody>
      <dsp:txXfrm>
        <a:off x="2547478" y="2581519"/>
        <a:ext cx="587485" cy="391656"/>
      </dsp:txXfrm>
    </dsp:sp>
    <dsp:sp modelId="{22E396E5-2C33-4885-882F-590E52817D28}">
      <dsp:nvSpPr>
        <dsp:cNvPr id="0" name=""/>
        <dsp:cNvSpPr/>
      </dsp:nvSpPr>
      <dsp:spPr>
        <a:xfrm>
          <a:off x="3232877" y="2582499"/>
          <a:ext cx="391656" cy="39165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AE4E9-5B13-4C5C-B437-2EE58D4538E0}">
      <dsp:nvSpPr>
        <dsp:cNvPr id="0" name=""/>
        <dsp:cNvSpPr/>
      </dsp:nvSpPr>
      <dsp:spPr>
        <a:xfrm>
          <a:off x="3624534" y="2581519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Branda</a:t>
          </a:r>
        </a:p>
      </dsp:txBody>
      <dsp:txXfrm>
        <a:off x="3624534" y="2581519"/>
        <a:ext cx="587485" cy="391656"/>
      </dsp:txXfrm>
    </dsp:sp>
    <dsp:sp modelId="{F3D43CB5-102A-4753-B3D5-9A32960429B6}">
      <dsp:nvSpPr>
        <dsp:cNvPr id="0" name=""/>
        <dsp:cNvSpPr/>
      </dsp:nvSpPr>
      <dsp:spPr>
        <a:xfrm>
          <a:off x="2694349" y="3097527"/>
          <a:ext cx="391656" cy="39165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6CBBC-28BE-4407-B3AD-7E294F28B4F0}">
      <dsp:nvSpPr>
        <dsp:cNvPr id="0" name=""/>
        <dsp:cNvSpPr/>
      </dsp:nvSpPr>
      <dsp:spPr>
        <a:xfrm>
          <a:off x="3086006" y="3096548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Chris</a:t>
          </a:r>
        </a:p>
      </dsp:txBody>
      <dsp:txXfrm>
        <a:off x="3086006" y="3096548"/>
        <a:ext cx="587485" cy="391656"/>
      </dsp:txXfrm>
    </dsp:sp>
    <dsp:sp modelId="{B4E9D19F-6750-4B70-844C-FE139044D1FD}">
      <dsp:nvSpPr>
        <dsp:cNvPr id="0" name=""/>
        <dsp:cNvSpPr/>
      </dsp:nvSpPr>
      <dsp:spPr>
        <a:xfrm>
          <a:off x="3771406" y="3097527"/>
          <a:ext cx="391656" cy="39165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17AF2-CC9A-4DC2-A81B-B6FF729FAED1}">
      <dsp:nvSpPr>
        <dsp:cNvPr id="0" name=""/>
        <dsp:cNvSpPr/>
      </dsp:nvSpPr>
      <dsp:spPr>
        <a:xfrm>
          <a:off x="4163063" y="3096548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Crystal</a:t>
          </a:r>
        </a:p>
      </dsp:txBody>
      <dsp:txXfrm>
        <a:off x="4163063" y="3096548"/>
        <a:ext cx="587485" cy="391656"/>
      </dsp:txXfrm>
    </dsp:sp>
    <dsp:sp modelId="{25D5FDBC-AC6D-42D1-99A6-145DAABCC3F2}">
      <dsp:nvSpPr>
        <dsp:cNvPr id="0" name=""/>
        <dsp:cNvSpPr/>
      </dsp:nvSpPr>
      <dsp:spPr>
        <a:xfrm>
          <a:off x="4848462" y="2582499"/>
          <a:ext cx="391656" cy="39165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0AB22-586C-4A9F-AA4B-24F70E059A00}">
      <dsp:nvSpPr>
        <dsp:cNvPr id="0" name=""/>
        <dsp:cNvSpPr/>
      </dsp:nvSpPr>
      <dsp:spPr>
        <a:xfrm>
          <a:off x="5240119" y="2581519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Brian</a:t>
          </a:r>
        </a:p>
      </dsp:txBody>
      <dsp:txXfrm>
        <a:off x="5240119" y="2581519"/>
        <a:ext cx="587485" cy="391656"/>
      </dsp:txXfrm>
    </dsp:sp>
    <dsp:sp modelId="{73D3222F-6629-4ABC-85EE-53D7F603DF8F}">
      <dsp:nvSpPr>
        <dsp:cNvPr id="0" name=""/>
        <dsp:cNvSpPr/>
      </dsp:nvSpPr>
      <dsp:spPr>
        <a:xfrm>
          <a:off x="4848462" y="3097527"/>
          <a:ext cx="391656" cy="39165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16B3E-FFF4-41A1-9900-7FADF28981A6}">
      <dsp:nvSpPr>
        <dsp:cNvPr id="0" name=""/>
        <dsp:cNvSpPr/>
      </dsp:nvSpPr>
      <dsp:spPr>
        <a:xfrm>
          <a:off x="5240119" y="3096548"/>
          <a:ext cx="587485" cy="391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Lucida Sans" panose="020B0602030504020204" pitchFamily="34" charset="0"/>
            </a:rPr>
            <a:t>Cindy</a:t>
          </a:r>
        </a:p>
      </dsp:txBody>
      <dsp:txXfrm>
        <a:off x="5240119" y="3096548"/>
        <a:ext cx="587485" cy="391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E9469-764A-48D1-830D-ACB55DA071B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AD82B-BB9A-4773-AAA0-AEC1E5267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3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94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59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59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2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6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5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8AD82B-BB9A-4773-AAA0-AEC1E52679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580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8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D82B-BB9A-4773-AAA0-AEC1E52679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00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54307DC-3A91-4E71-94CE-72BBCE41F715}"/>
              </a:ext>
            </a:extLst>
          </p:cNvPr>
          <p:cNvGrpSpPr/>
          <p:nvPr userDrawn="1"/>
        </p:nvGrpSpPr>
        <p:grpSpPr>
          <a:xfrm>
            <a:off x="323529" y="255315"/>
            <a:ext cx="11595131" cy="892632"/>
            <a:chOff x="323529" y="255315"/>
            <a:chExt cx="11595131" cy="892632"/>
          </a:xfrm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26A4517D-D57D-4C7C-A103-09506C56E3A5}"/>
                </a:ext>
              </a:extLst>
            </p:cNvPr>
            <p:cNvSpPr/>
            <p:nvPr userDrawn="1"/>
          </p:nvSpPr>
          <p:spPr>
            <a:xfrm flipH="1">
              <a:off x="323529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09B59339-1F03-41BC-83FB-F8C70E4D19FF}"/>
                </a:ext>
              </a:extLst>
            </p:cNvPr>
            <p:cNvSpPr/>
            <p:nvPr userDrawn="1"/>
          </p:nvSpPr>
          <p:spPr>
            <a:xfrm flipH="1">
              <a:off x="780371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16ACF6C-9C3D-4933-B6CC-7CFA45A380C5}"/>
                </a:ext>
              </a:extLst>
            </p:cNvPr>
            <p:cNvSpPr/>
            <p:nvPr userDrawn="1"/>
          </p:nvSpPr>
          <p:spPr>
            <a:xfrm flipH="1">
              <a:off x="1219197" y="255315"/>
              <a:ext cx="9752245" cy="892632"/>
            </a:xfrm>
            <a:custGeom>
              <a:avLst/>
              <a:gdLst>
                <a:gd name="connsiteX0" fmla="*/ 9363075 w 9752245"/>
                <a:gd name="connsiteY0" fmla="*/ 0 h 892632"/>
                <a:gd name="connsiteX1" fmla="*/ 0 w 9752245"/>
                <a:gd name="connsiteY1" fmla="*/ 0 h 892632"/>
                <a:gd name="connsiteX2" fmla="*/ 389170 w 9752245"/>
                <a:gd name="connsiteY2" fmla="*/ 446316 h 892632"/>
                <a:gd name="connsiteX3" fmla="*/ 0 w 9752245"/>
                <a:gd name="connsiteY3" fmla="*/ 892632 h 892632"/>
                <a:gd name="connsiteX4" fmla="*/ 9363075 w 9752245"/>
                <a:gd name="connsiteY4" fmla="*/ 892632 h 892632"/>
                <a:gd name="connsiteX5" fmla="*/ 9752245 w 9752245"/>
                <a:gd name="connsiteY5" fmla="*/ 446316 h 89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2245" h="892632">
                  <a:moveTo>
                    <a:pt x="9363075" y="0"/>
                  </a:moveTo>
                  <a:lnTo>
                    <a:pt x="0" y="0"/>
                  </a:lnTo>
                  <a:lnTo>
                    <a:pt x="389170" y="446316"/>
                  </a:lnTo>
                  <a:lnTo>
                    <a:pt x="0" y="892632"/>
                  </a:lnTo>
                  <a:lnTo>
                    <a:pt x="9363075" y="892632"/>
                  </a:lnTo>
                  <a:lnTo>
                    <a:pt x="9752245" y="446316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CEC84844-21F9-4A8F-ACE6-0BEE7523A078}"/>
                </a:ext>
              </a:extLst>
            </p:cNvPr>
            <p:cNvSpPr/>
            <p:nvPr userDrawn="1"/>
          </p:nvSpPr>
          <p:spPr>
            <a:xfrm flipH="1">
              <a:off x="10782943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6F23DCF8-13A9-4A90-B4A8-F86366E5B6E9}"/>
                </a:ext>
              </a:extLst>
            </p:cNvPr>
            <p:cNvSpPr/>
            <p:nvPr userDrawn="1"/>
          </p:nvSpPr>
          <p:spPr>
            <a:xfrm flipH="1">
              <a:off x="11239785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50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8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59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45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80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01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55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837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153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8BD7D1-774E-4810-8D76-AE960484BCA1}"/>
              </a:ext>
            </a:extLst>
          </p:cNvPr>
          <p:cNvSpPr/>
          <p:nvPr userDrawn="1"/>
        </p:nvSpPr>
        <p:spPr>
          <a:xfrm>
            <a:off x="0" y="3084504"/>
            <a:ext cx="12192000" cy="18722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24C5A453-65CA-4976-A67F-B70CC22BDACC}"/>
              </a:ext>
            </a:extLst>
          </p:cNvPr>
          <p:cNvGrpSpPr/>
          <p:nvPr userDrawn="1"/>
        </p:nvGrpSpPr>
        <p:grpSpPr>
          <a:xfrm>
            <a:off x="4763852" y="1641152"/>
            <a:ext cx="2664296" cy="4683693"/>
            <a:chOff x="445712" y="1449040"/>
            <a:chExt cx="2113018" cy="3924176"/>
          </a:xfrm>
        </p:grpSpPr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7BB696D8-1A46-4DD9-88EC-FD875272AAC0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0A1E62BD-394B-4248-9BED-85517F6BA237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2CEC4F5A-8D13-457D-A587-1EA46770D5DC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11">
                <a:extLst>
                  <a:ext uri="{FF2B5EF4-FFF2-40B4-BE49-F238E27FC236}">
                    <a16:creationId xmlns:a16="http://schemas.microsoft.com/office/drawing/2014/main" id="{71876F4B-1B61-4A61-ABDF-38644C966BCD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12">
                <a:extLst>
                  <a:ext uri="{FF2B5EF4-FFF2-40B4-BE49-F238E27FC236}">
                    <a16:creationId xmlns:a16="http://schemas.microsoft.com/office/drawing/2014/main" id="{701E8847-F9BA-46B4-A146-96B5AFF5D516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4DE5835-0F1F-4DFC-B1FC-3B7E64ACFA3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951770" y="2052722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F24A19-DEE2-4C59-B1D9-7E2E98BE137C}"/>
              </a:ext>
            </a:extLst>
          </p:cNvPr>
          <p:cNvGrpSpPr/>
          <p:nvPr userDrawn="1"/>
        </p:nvGrpSpPr>
        <p:grpSpPr>
          <a:xfrm>
            <a:off x="323529" y="255315"/>
            <a:ext cx="11595131" cy="892632"/>
            <a:chOff x="323529" y="255315"/>
            <a:chExt cx="11595131" cy="892632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AF1E9B6B-F73A-43BB-AC8E-EF020608B339}"/>
                </a:ext>
              </a:extLst>
            </p:cNvPr>
            <p:cNvSpPr/>
            <p:nvPr userDrawn="1"/>
          </p:nvSpPr>
          <p:spPr>
            <a:xfrm flipH="1">
              <a:off x="323529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D5551FC8-FAB8-4191-A86A-D30E5631767D}"/>
                </a:ext>
              </a:extLst>
            </p:cNvPr>
            <p:cNvSpPr/>
            <p:nvPr userDrawn="1"/>
          </p:nvSpPr>
          <p:spPr>
            <a:xfrm flipH="1">
              <a:off x="780371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DD9FBD0-B703-40D0-A300-0C8A3AEC53C8}"/>
                </a:ext>
              </a:extLst>
            </p:cNvPr>
            <p:cNvSpPr/>
            <p:nvPr userDrawn="1"/>
          </p:nvSpPr>
          <p:spPr>
            <a:xfrm flipH="1">
              <a:off x="1219197" y="255315"/>
              <a:ext cx="9752245" cy="892632"/>
            </a:xfrm>
            <a:custGeom>
              <a:avLst/>
              <a:gdLst>
                <a:gd name="connsiteX0" fmla="*/ 9363075 w 9752245"/>
                <a:gd name="connsiteY0" fmla="*/ 0 h 892632"/>
                <a:gd name="connsiteX1" fmla="*/ 0 w 9752245"/>
                <a:gd name="connsiteY1" fmla="*/ 0 h 892632"/>
                <a:gd name="connsiteX2" fmla="*/ 389170 w 9752245"/>
                <a:gd name="connsiteY2" fmla="*/ 446316 h 892632"/>
                <a:gd name="connsiteX3" fmla="*/ 0 w 9752245"/>
                <a:gd name="connsiteY3" fmla="*/ 892632 h 892632"/>
                <a:gd name="connsiteX4" fmla="*/ 9363075 w 9752245"/>
                <a:gd name="connsiteY4" fmla="*/ 892632 h 892632"/>
                <a:gd name="connsiteX5" fmla="*/ 9752245 w 9752245"/>
                <a:gd name="connsiteY5" fmla="*/ 446316 h 89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2245" h="892632">
                  <a:moveTo>
                    <a:pt x="9363075" y="0"/>
                  </a:moveTo>
                  <a:lnTo>
                    <a:pt x="0" y="0"/>
                  </a:lnTo>
                  <a:lnTo>
                    <a:pt x="389170" y="446316"/>
                  </a:lnTo>
                  <a:lnTo>
                    <a:pt x="0" y="892632"/>
                  </a:lnTo>
                  <a:lnTo>
                    <a:pt x="9363075" y="892632"/>
                  </a:lnTo>
                  <a:lnTo>
                    <a:pt x="9752245" y="446316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D92E36DD-69F1-4FF3-8419-728575E16099}"/>
                </a:ext>
              </a:extLst>
            </p:cNvPr>
            <p:cNvSpPr/>
            <p:nvPr userDrawn="1"/>
          </p:nvSpPr>
          <p:spPr>
            <a:xfrm flipH="1">
              <a:off x="10782943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196A5B52-7AC9-47B7-8793-4EDF5F79CE4C}"/>
                </a:ext>
              </a:extLst>
            </p:cNvPr>
            <p:cNvSpPr/>
            <p:nvPr userDrawn="1"/>
          </p:nvSpPr>
          <p:spPr>
            <a:xfrm flipH="1">
              <a:off x="11239785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</p:grp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C2ACD90-1E63-491A-B8B5-09B02FBA77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8708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0CDA03F6-FE28-4973-AE33-19E2975F8363}"/>
              </a:ext>
            </a:extLst>
          </p:cNvPr>
          <p:cNvSpPr/>
          <p:nvPr userDrawn="1"/>
        </p:nvSpPr>
        <p:spPr>
          <a:xfrm>
            <a:off x="-10152" y="0"/>
            <a:ext cx="1546199" cy="6858000"/>
          </a:xfrm>
          <a:prstGeom prst="rt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7" name="Graphic 14">
            <a:extLst>
              <a:ext uri="{FF2B5EF4-FFF2-40B4-BE49-F238E27FC236}">
                <a16:creationId xmlns:a16="http://schemas.microsoft.com/office/drawing/2014/main" id="{9204D6DB-F6EA-4363-B7C0-669074B7EFAD}"/>
              </a:ext>
            </a:extLst>
          </p:cNvPr>
          <p:cNvGrpSpPr/>
          <p:nvPr userDrawn="1"/>
        </p:nvGrpSpPr>
        <p:grpSpPr>
          <a:xfrm>
            <a:off x="900027" y="1906700"/>
            <a:ext cx="5284007" cy="4155961"/>
            <a:chOff x="2444748" y="555045"/>
            <a:chExt cx="7282048" cy="572745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D4F50D-DA74-44B8-A485-BD482707A093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03672-F927-48A6-9646-B1D1976F8FFC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E5DB077-E612-457D-90DA-848737FB3FFE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042780F-48A2-4B26-9CEE-EB8BC7A05009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2089CC6-7C88-48A9-AADD-37D60F8EE5FF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35882EC-CE61-4A48-9BEA-0AB9CEC8B5A3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55CF1F7-81E9-45AE-ACDC-2B2D368467AC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F879FB-6AED-4A9E-96A7-D4331CF056F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D30280A3-FC8E-4B67-8163-4F72E5F7092B}"/>
              </a:ext>
            </a:extLst>
          </p:cNvPr>
          <p:cNvSpPr/>
          <p:nvPr userDrawn="1"/>
        </p:nvSpPr>
        <p:spPr>
          <a:xfrm flipH="1" flipV="1">
            <a:off x="11280575" y="7851"/>
            <a:ext cx="911424" cy="6858000"/>
          </a:xfrm>
          <a:prstGeom prst="rt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438CA9E-C483-4B0F-8E15-5CEA86AA0348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1089250" y="2081720"/>
            <a:ext cx="4890798" cy="282320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C74C7C-4173-4390-9B62-5F9DC8F03BD2}"/>
              </a:ext>
            </a:extLst>
          </p:cNvPr>
          <p:cNvGrpSpPr/>
          <p:nvPr userDrawn="1"/>
        </p:nvGrpSpPr>
        <p:grpSpPr>
          <a:xfrm>
            <a:off x="323529" y="255315"/>
            <a:ext cx="11595131" cy="892632"/>
            <a:chOff x="323529" y="255315"/>
            <a:chExt cx="11595131" cy="892632"/>
          </a:xfrm>
        </p:grpSpPr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2611662F-A7C0-46A1-BFC3-1F1F064E477D}"/>
                </a:ext>
              </a:extLst>
            </p:cNvPr>
            <p:cNvSpPr/>
            <p:nvPr userDrawn="1"/>
          </p:nvSpPr>
          <p:spPr>
            <a:xfrm flipH="1">
              <a:off x="323529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3B672601-65CA-44F7-BC08-9D6EA9C2E46C}"/>
                </a:ext>
              </a:extLst>
            </p:cNvPr>
            <p:cNvSpPr/>
            <p:nvPr userDrawn="1"/>
          </p:nvSpPr>
          <p:spPr>
            <a:xfrm flipH="1">
              <a:off x="780371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A8BAB62-8BE3-46A9-A1BA-A2D9A1A1FE0D}"/>
                </a:ext>
              </a:extLst>
            </p:cNvPr>
            <p:cNvSpPr/>
            <p:nvPr userDrawn="1"/>
          </p:nvSpPr>
          <p:spPr>
            <a:xfrm flipH="1">
              <a:off x="1219197" y="255315"/>
              <a:ext cx="9752245" cy="892632"/>
            </a:xfrm>
            <a:custGeom>
              <a:avLst/>
              <a:gdLst>
                <a:gd name="connsiteX0" fmla="*/ 9363075 w 9752245"/>
                <a:gd name="connsiteY0" fmla="*/ 0 h 892632"/>
                <a:gd name="connsiteX1" fmla="*/ 0 w 9752245"/>
                <a:gd name="connsiteY1" fmla="*/ 0 h 892632"/>
                <a:gd name="connsiteX2" fmla="*/ 389170 w 9752245"/>
                <a:gd name="connsiteY2" fmla="*/ 446316 h 892632"/>
                <a:gd name="connsiteX3" fmla="*/ 0 w 9752245"/>
                <a:gd name="connsiteY3" fmla="*/ 892632 h 892632"/>
                <a:gd name="connsiteX4" fmla="*/ 9363075 w 9752245"/>
                <a:gd name="connsiteY4" fmla="*/ 892632 h 892632"/>
                <a:gd name="connsiteX5" fmla="*/ 9752245 w 9752245"/>
                <a:gd name="connsiteY5" fmla="*/ 446316 h 89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2245" h="892632">
                  <a:moveTo>
                    <a:pt x="9363075" y="0"/>
                  </a:moveTo>
                  <a:lnTo>
                    <a:pt x="0" y="0"/>
                  </a:lnTo>
                  <a:lnTo>
                    <a:pt x="389170" y="446316"/>
                  </a:lnTo>
                  <a:lnTo>
                    <a:pt x="0" y="892632"/>
                  </a:lnTo>
                  <a:lnTo>
                    <a:pt x="9363075" y="892632"/>
                  </a:lnTo>
                  <a:lnTo>
                    <a:pt x="9752245" y="446316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24333BE2-6EDB-46D1-AC52-5AB6D52F18F2}"/>
                </a:ext>
              </a:extLst>
            </p:cNvPr>
            <p:cNvSpPr/>
            <p:nvPr userDrawn="1"/>
          </p:nvSpPr>
          <p:spPr>
            <a:xfrm flipH="1">
              <a:off x="10782943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AE02611A-C481-4D16-9F52-3854D580C813}"/>
                </a:ext>
              </a:extLst>
            </p:cNvPr>
            <p:cNvSpPr/>
            <p:nvPr userDrawn="1"/>
          </p:nvSpPr>
          <p:spPr>
            <a:xfrm flipH="1">
              <a:off x="11239785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</p:grp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E8E2D26-583D-4101-8D31-21B446E00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868071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807C618-E5BF-4CE4-BC2D-EC6E0C73971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7337" y="1254229"/>
            <a:ext cx="11504663" cy="29955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5440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47B1519-FB0F-4532-9389-9EF70CB0640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3131" y="1820285"/>
            <a:ext cx="2496277" cy="42343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AF9D1D2-2D5A-405E-97F9-9C9635A49B57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525365" y="1820285"/>
            <a:ext cx="2496277" cy="42343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C95C37A-10E8-4B14-8A77-5AB61D3E5C6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47599" y="1820285"/>
            <a:ext cx="2496277" cy="42343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1318EB2-DC6C-4ACB-9E9B-97BA44EA18F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769832" y="1820285"/>
            <a:ext cx="2496277" cy="42343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6023EF-D0E1-4555-8EBF-7CCD43B03DE7}"/>
              </a:ext>
            </a:extLst>
          </p:cNvPr>
          <p:cNvGrpSpPr/>
          <p:nvPr userDrawn="1"/>
        </p:nvGrpSpPr>
        <p:grpSpPr>
          <a:xfrm>
            <a:off x="323529" y="255315"/>
            <a:ext cx="11595131" cy="892632"/>
            <a:chOff x="323529" y="255315"/>
            <a:chExt cx="11595131" cy="892632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747440C-1C45-4372-95B1-611334EB2164}"/>
                </a:ext>
              </a:extLst>
            </p:cNvPr>
            <p:cNvSpPr/>
            <p:nvPr userDrawn="1"/>
          </p:nvSpPr>
          <p:spPr>
            <a:xfrm flipH="1">
              <a:off x="323529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DE2EEEA5-AC6C-4E8F-B6F8-A1CADE13001F}"/>
                </a:ext>
              </a:extLst>
            </p:cNvPr>
            <p:cNvSpPr/>
            <p:nvPr userDrawn="1"/>
          </p:nvSpPr>
          <p:spPr>
            <a:xfrm flipH="1">
              <a:off x="780371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735951D-951B-4E13-9A16-4553DB6654EE}"/>
                </a:ext>
              </a:extLst>
            </p:cNvPr>
            <p:cNvSpPr/>
            <p:nvPr userDrawn="1"/>
          </p:nvSpPr>
          <p:spPr>
            <a:xfrm flipH="1">
              <a:off x="1219197" y="255315"/>
              <a:ext cx="9752245" cy="892632"/>
            </a:xfrm>
            <a:custGeom>
              <a:avLst/>
              <a:gdLst>
                <a:gd name="connsiteX0" fmla="*/ 9363075 w 9752245"/>
                <a:gd name="connsiteY0" fmla="*/ 0 h 892632"/>
                <a:gd name="connsiteX1" fmla="*/ 0 w 9752245"/>
                <a:gd name="connsiteY1" fmla="*/ 0 h 892632"/>
                <a:gd name="connsiteX2" fmla="*/ 389170 w 9752245"/>
                <a:gd name="connsiteY2" fmla="*/ 446316 h 892632"/>
                <a:gd name="connsiteX3" fmla="*/ 0 w 9752245"/>
                <a:gd name="connsiteY3" fmla="*/ 892632 h 892632"/>
                <a:gd name="connsiteX4" fmla="*/ 9363075 w 9752245"/>
                <a:gd name="connsiteY4" fmla="*/ 892632 h 892632"/>
                <a:gd name="connsiteX5" fmla="*/ 9752245 w 9752245"/>
                <a:gd name="connsiteY5" fmla="*/ 446316 h 89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2245" h="892632">
                  <a:moveTo>
                    <a:pt x="9363075" y="0"/>
                  </a:moveTo>
                  <a:lnTo>
                    <a:pt x="0" y="0"/>
                  </a:lnTo>
                  <a:lnTo>
                    <a:pt x="389170" y="446316"/>
                  </a:lnTo>
                  <a:lnTo>
                    <a:pt x="0" y="892632"/>
                  </a:lnTo>
                  <a:lnTo>
                    <a:pt x="9363075" y="892632"/>
                  </a:lnTo>
                  <a:lnTo>
                    <a:pt x="9752245" y="446316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423970C8-39A4-4CE7-A2B2-12916D7EBC06}"/>
                </a:ext>
              </a:extLst>
            </p:cNvPr>
            <p:cNvSpPr/>
            <p:nvPr userDrawn="1"/>
          </p:nvSpPr>
          <p:spPr>
            <a:xfrm flipH="1">
              <a:off x="10782943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7684DFF-C5DF-4D65-BE50-8F29DFC9CF7B}"/>
                </a:ext>
              </a:extLst>
            </p:cNvPr>
            <p:cNvSpPr/>
            <p:nvPr userDrawn="1"/>
          </p:nvSpPr>
          <p:spPr>
            <a:xfrm flipH="1">
              <a:off x="11239785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</p:grp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08949351-4749-4A1B-A985-C7EA94F646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9200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D6023EF-D0E1-4555-8EBF-7CCD43B03DE7}"/>
              </a:ext>
            </a:extLst>
          </p:cNvPr>
          <p:cNvGrpSpPr/>
          <p:nvPr userDrawn="1"/>
        </p:nvGrpSpPr>
        <p:grpSpPr>
          <a:xfrm>
            <a:off x="323529" y="255315"/>
            <a:ext cx="11595131" cy="892632"/>
            <a:chOff x="323529" y="255315"/>
            <a:chExt cx="11595131" cy="892632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747440C-1C45-4372-95B1-611334EB2164}"/>
                </a:ext>
              </a:extLst>
            </p:cNvPr>
            <p:cNvSpPr/>
            <p:nvPr userDrawn="1"/>
          </p:nvSpPr>
          <p:spPr>
            <a:xfrm flipH="1">
              <a:off x="323529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DE2EEEA5-AC6C-4E8F-B6F8-A1CADE13001F}"/>
                </a:ext>
              </a:extLst>
            </p:cNvPr>
            <p:cNvSpPr/>
            <p:nvPr userDrawn="1"/>
          </p:nvSpPr>
          <p:spPr>
            <a:xfrm flipH="1">
              <a:off x="780371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735951D-951B-4E13-9A16-4553DB6654EE}"/>
                </a:ext>
              </a:extLst>
            </p:cNvPr>
            <p:cNvSpPr/>
            <p:nvPr userDrawn="1"/>
          </p:nvSpPr>
          <p:spPr>
            <a:xfrm flipH="1">
              <a:off x="1219197" y="255315"/>
              <a:ext cx="9752245" cy="892632"/>
            </a:xfrm>
            <a:custGeom>
              <a:avLst/>
              <a:gdLst>
                <a:gd name="connsiteX0" fmla="*/ 9363075 w 9752245"/>
                <a:gd name="connsiteY0" fmla="*/ 0 h 892632"/>
                <a:gd name="connsiteX1" fmla="*/ 0 w 9752245"/>
                <a:gd name="connsiteY1" fmla="*/ 0 h 892632"/>
                <a:gd name="connsiteX2" fmla="*/ 389170 w 9752245"/>
                <a:gd name="connsiteY2" fmla="*/ 446316 h 892632"/>
                <a:gd name="connsiteX3" fmla="*/ 0 w 9752245"/>
                <a:gd name="connsiteY3" fmla="*/ 892632 h 892632"/>
                <a:gd name="connsiteX4" fmla="*/ 9363075 w 9752245"/>
                <a:gd name="connsiteY4" fmla="*/ 892632 h 892632"/>
                <a:gd name="connsiteX5" fmla="*/ 9752245 w 9752245"/>
                <a:gd name="connsiteY5" fmla="*/ 446316 h 89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52245" h="892632">
                  <a:moveTo>
                    <a:pt x="9363075" y="0"/>
                  </a:moveTo>
                  <a:lnTo>
                    <a:pt x="0" y="0"/>
                  </a:lnTo>
                  <a:lnTo>
                    <a:pt x="389170" y="446316"/>
                  </a:lnTo>
                  <a:lnTo>
                    <a:pt x="0" y="892632"/>
                  </a:lnTo>
                  <a:lnTo>
                    <a:pt x="9363075" y="892632"/>
                  </a:lnTo>
                  <a:lnTo>
                    <a:pt x="9752245" y="446316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423970C8-39A4-4CE7-A2B2-12916D7EBC06}"/>
                </a:ext>
              </a:extLst>
            </p:cNvPr>
            <p:cNvSpPr/>
            <p:nvPr userDrawn="1"/>
          </p:nvSpPr>
          <p:spPr>
            <a:xfrm flipH="1">
              <a:off x="10782943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7684DFF-C5DF-4D65-BE50-8F29DFC9CF7B}"/>
                </a:ext>
              </a:extLst>
            </p:cNvPr>
            <p:cNvSpPr/>
            <p:nvPr userDrawn="1"/>
          </p:nvSpPr>
          <p:spPr>
            <a:xfrm flipH="1">
              <a:off x="11239785" y="255315"/>
              <a:ext cx="678875" cy="892632"/>
            </a:xfrm>
            <a:prstGeom prst="chevron">
              <a:avLst>
                <a:gd name="adj" fmla="val 56521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/>
            </a:p>
          </p:txBody>
        </p:sp>
      </p:grp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08949351-4749-4A1B-A985-C7EA94F646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6AD309-23D4-44C0-9D64-79E7FAD671D2}"/>
              </a:ext>
            </a:extLst>
          </p:cNvPr>
          <p:cNvSpPr/>
          <p:nvPr userDrawn="1"/>
        </p:nvSpPr>
        <p:spPr>
          <a:xfrm>
            <a:off x="3066222" y="4026571"/>
            <a:ext cx="44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/>
          </a:p>
        </p:txBody>
      </p:sp>
      <p:sp>
        <p:nvSpPr>
          <p:cNvPr id="18" name="그림 개체 틀 2">
            <a:extLst>
              <a:ext uri="{FF2B5EF4-FFF2-40B4-BE49-F238E27FC236}">
                <a16:creationId xmlns:a16="http://schemas.microsoft.com/office/drawing/2014/main" id="{79679C48-5407-4D3E-91E0-1EF95FB732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145771" y="4018025"/>
            <a:ext cx="4320000" cy="2124000"/>
          </a:xfrm>
          <a:custGeom>
            <a:avLst/>
            <a:gdLst>
              <a:gd name="connsiteX0" fmla="*/ 0 w 3474149"/>
              <a:gd name="connsiteY0" fmla="*/ 0 h 1385171"/>
              <a:gd name="connsiteX1" fmla="*/ 3474149 w 3474149"/>
              <a:gd name="connsiteY1" fmla="*/ 0 h 1385171"/>
              <a:gd name="connsiteX2" fmla="*/ 3474149 w 3474149"/>
              <a:gd name="connsiteY2" fmla="*/ 1385171 h 1385171"/>
              <a:gd name="connsiteX3" fmla="*/ 0 w 3474149"/>
              <a:gd name="connsiteY3" fmla="*/ 1385171 h 1385171"/>
              <a:gd name="connsiteX4" fmla="*/ 0 w 3474149"/>
              <a:gd name="connsiteY4" fmla="*/ 0 h 1385171"/>
              <a:gd name="connsiteX0" fmla="*/ 0 w 3474149"/>
              <a:gd name="connsiteY0" fmla="*/ 0 h 1385171"/>
              <a:gd name="connsiteX1" fmla="*/ 3474149 w 3474149"/>
              <a:gd name="connsiteY1" fmla="*/ 0 h 1385171"/>
              <a:gd name="connsiteX2" fmla="*/ 3474149 w 3474149"/>
              <a:gd name="connsiteY2" fmla="*/ 1385171 h 1385171"/>
              <a:gd name="connsiteX3" fmla="*/ 0 w 3474149"/>
              <a:gd name="connsiteY3" fmla="*/ 1385171 h 1385171"/>
              <a:gd name="connsiteX4" fmla="*/ 0 w 3474149"/>
              <a:gd name="connsiteY4" fmla="*/ 0 h 1385171"/>
              <a:gd name="connsiteX0" fmla="*/ 0 w 3474149"/>
              <a:gd name="connsiteY0" fmla="*/ 0 h 1385171"/>
              <a:gd name="connsiteX1" fmla="*/ 3474149 w 3474149"/>
              <a:gd name="connsiteY1" fmla="*/ 0 h 1385171"/>
              <a:gd name="connsiteX2" fmla="*/ 3474149 w 3474149"/>
              <a:gd name="connsiteY2" fmla="*/ 1385171 h 1385171"/>
              <a:gd name="connsiteX3" fmla="*/ 0 w 3474149"/>
              <a:gd name="connsiteY3" fmla="*/ 1385171 h 1385171"/>
              <a:gd name="connsiteX4" fmla="*/ 0 w 3474149"/>
              <a:gd name="connsiteY4" fmla="*/ 0 h 1385171"/>
              <a:gd name="connsiteX0" fmla="*/ 0 w 3475063"/>
              <a:gd name="connsiteY0" fmla="*/ 0 h 1385171"/>
              <a:gd name="connsiteX1" fmla="*/ 3474149 w 3475063"/>
              <a:gd name="connsiteY1" fmla="*/ 0 h 1385171"/>
              <a:gd name="connsiteX2" fmla="*/ 3475063 w 3475063"/>
              <a:gd name="connsiteY2" fmla="*/ 422426 h 1385171"/>
              <a:gd name="connsiteX3" fmla="*/ 3474149 w 3475063"/>
              <a:gd name="connsiteY3" fmla="*/ 1385171 h 1385171"/>
              <a:gd name="connsiteX4" fmla="*/ 0 w 3475063"/>
              <a:gd name="connsiteY4" fmla="*/ 1385171 h 1385171"/>
              <a:gd name="connsiteX5" fmla="*/ 0 w 3475063"/>
              <a:gd name="connsiteY5" fmla="*/ 0 h 1385171"/>
              <a:gd name="connsiteX0" fmla="*/ 0 w 3728608"/>
              <a:gd name="connsiteY0" fmla="*/ 0 h 1385171"/>
              <a:gd name="connsiteX1" fmla="*/ 3474149 w 3728608"/>
              <a:gd name="connsiteY1" fmla="*/ 0 h 1385171"/>
              <a:gd name="connsiteX2" fmla="*/ 3475063 w 3728608"/>
              <a:gd name="connsiteY2" fmla="*/ 422426 h 1385171"/>
              <a:gd name="connsiteX3" fmla="*/ 3465538 w 3728608"/>
              <a:gd name="connsiteY3" fmla="*/ 822476 h 1385171"/>
              <a:gd name="connsiteX4" fmla="*/ 3474149 w 3728608"/>
              <a:gd name="connsiteY4" fmla="*/ 1385171 h 1385171"/>
              <a:gd name="connsiteX5" fmla="*/ 0 w 3728608"/>
              <a:gd name="connsiteY5" fmla="*/ 1385171 h 1385171"/>
              <a:gd name="connsiteX6" fmla="*/ 0 w 3728608"/>
              <a:gd name="connsiteY6" fmla="*/ 0 h 1385171"/>
              <a:gd name="connsiteX0" fmla="*/ 0 w 3475615"/>
              <a:gd name="connsiteY0" fmla="*/ 0 h 1385171"/>
              <a:gd name="connsiteX1" fmla="*/ 3474149 w 3475615"/>
              <a:gd name="connsiteY1" fmla="*/ 0 h 1385171"/>
              <a:gd name="connsiteX2" fmla="*/ 3475063 w 3475615"/>
              <a:gd name="connsiteY2" fmla="*/ 422426 h 1385171"/>
              <a:gd name="connsiteX3" fmla="*/ 3465538 w 3475615"/>
              <a:gd name="connsiteY3" fmla="*/ 822476 h 1385171"/>
              <a:gd name="connsiteX4" fmla="*/ 3474149 w 3475615"/>
              <a:gd name="connsiteY4" fmla="*/ 1385171 h 1385171"/>
              <a:gd name="connsiteX5" fmla="*/ 0 w 3475615"/>
              <a:gd name="connsiteY5" fmla="*/ 1385171 h 1385171"/>
              <a:gd name="connsiteX6" fmla="*/ 0 w 3475615"/>
              <a:gd name="connsiteY6" fmla="*/ 0 h 1385171"/>
              <a:gd name="connsiteX0" fmla="*/ 0 w 3475739"/>
              <a:gd name="connsiteY0" fmla="*/ 0 h 1385171"/>
              <a:gd name="connsiteX1" fmla="*/ 3474149 w 3475739"/>
              <a:gd name="connsiteY1" fmla="*/ 0 h 1385171"/>
              <a:gd name="connsiteX2" fmla="*/ 3475063 w 3475739"/>
              <a:gd name="connsiteY2" fmla="*/ 422426 h 1385171"/>
              <a:gd name="connsiteX3" fmla="*/ 3456013 w 3475739"/>
              <a:gd name="connsiteY3" fmla="*/ 698651 h 1385171"/>
              <a:gd name="connsiteX4" fmla="*/ 3465538 w 3475739"/>
              <a:gd name="connsiteY4" fmla="*/ 822476 h 1385171"/>
              <a:gd name="connsiteX5" fmla="*/ 3474149 w 3475739"/>
              <a:gd name="connsiteY5" fmla="*/ 1385171 h 1385171"/>
              <a:gd name="connsiteX6" fmla="*/ 0 w 3475739"/>
              <a:gd name="connsiteY6" fmla="*/ 1385171 h 1385171"/>
              <a:gd name="connsiteX7" fmla="*/ 0 w 3475739"/>
              <a:gd name="connsiteY7" fmla="*/ 0 h 1385171"/>
              <a:gd name="connsiteX0" fmla="*/ 0 w 3684621"/>
              <a:gd name="connsiteY0" fmla="*/ 0 h 1385171"/>
              <a:gd name="connsiteX1" fmla="*/ 3474149 w 3684621"/>
              <a:gd name="connsiteY1" fmla="*/ 0 h 1385171"/>
              <a:gd name="connsiteX2" fmla="*/ 3475063 w 3684621"/>
              <a:gd name="connsiteY2" fmla="*/ 422426 h 1385171"/>
              <a:gd name="connsiteX3" fmla="*/ 3684613 w 3684621"/>
              <a:gd name="connsiteY3" fmla="*/ 717701 h 1385171"/>
              <a:gd name="connsiteX4" fmla="*/ 3465538 w 3684621"/>
              <a:gd name="connsiteY4" fmla="*/ 822476 h 1385171"/>
              <a:gd name="connsiteX5" fmla="*/ 3474149 w 3684621"/>
              <a:gd name="connsiteY5" fmla="*/ 1385171 h 1385171"/>
              <a:gd name="connsiteX6" fmla="*/ 0 w 3684621"/>
              <a:gd name="connsiteY6" fmla="*/ 1385171 h 1385171"/>
              <a:gd name="connsiteX7" fmla="*/ 0 w 3684621"/>
              <a:gd name="connsiteY7" fmla="*/ 0 h 1385171"/>
              <a:gd name="connsiteX0" fmla="*/ 0 w 3684621"/>
              <a:gd name="connsiteY0" fmla="*/ 0 h 1385171"/>
              <a:gd name="connsiteX1" fmla="*/ 3474149 w 3684621"/>
              <a:gd name="connsiteY1" fmla="*/ 0 h 1385171"/>
              <a:gd name="connsiteX2" fmla="*/ 3475063 w 3684621"/>
              <a:gd name="connsiteY2" fmla="*/ 422426 h 1385171"/>
              <a:gd name="connsiteX3" fmla="*/ 3684613 w 3684621"/>
              <a:gd name="connsiteY3" fmla="*/ 717701 h 1385171"/>
              <a:gd name="connsiteX4" fmla="*/ 3484588 w 3684621"/>
              <a:gd name="connsiteY4" fmla="*/ 946301 h 1385171"/>
              <a:gd name="connsiteX5" fmla="*/ 3474149 w 3684621"/>
              <a:gd name="connsiteY5" fmla="*/ 1385171 h 1385171"/>
              <a:gd name="connsiteX6" fmla="*/ 0 w 3684621"/>
              <a:gd name="connsiteY6" fmla="*/ 1385171 h 1385171"/>
              <a:gd name="connsiteX7" fmla="*/ 0 w 3684621"/>
              <a:gd name="connsiteY7" fmla="*/ 0 h 1385171"/>
              <a:gd name="connsiteX0" fmla="*/ 0 w 3694146"/>
              <a:gd name="connsiteY0" fmla="*/ 0 h 1385171"/>
              <a:gd name="connsiteX1" fmla="*/ 3474149 w 3694146"/>
              <a:gd name="connsiteY1" fmla="*/ 0 h 1385171"/>
              <a:gd name="connsiteX2" fmla="*/ 3475063 w 3694146"/>
              <a:gd name="connsiteY2" fmla="*/ 422426 h 1385171"/>
              <a:gd name="connsiteX3" fmla="*/ 3694138 w 3694146"/>
              <a:gd name="connsiteY3" fmla="*/ 679601 h 1385171"/>
              <a:gd name="connsiteX4" fmla="*/ 3484588 w 3694146"/>
              <a:gd name="connsiteY4" fmla="*/ 946301 h 1385171"/>
              <a:gd name="connsiteX5" fmla="*/ 3474149 w 3694146"/>
              <a:gd name="connsiteY5" fmla="*/ 1385171 h 1385171"/>
              <a:gd name="connsiteX6" fmla="*/ 0 w 3694146"/>
              <a:gd name="connsiteY6" fmla="*/ 1385171 h 1385171"/>
              <a:gd name="connsiteX7" fmla="*/ 0 w 3694146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75063 w 3694138"/>
              <a:gd name="connsiteY2" fmla="*/ 422426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75063 w 3694138"/>
              <a:gd name="connsiteY2" fmla="*/ 422426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472220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833132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833132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833132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703192"/>
              <a:gd name="connsiteY0" fmla="*/ 0 h 1385171"/>
              <a:gd name="connsiteX1" fmla="*/ 3474149 w 3703192"/>
              <a:gd name="connsiteY1" fmla="*/ 0 h 1385171"/>
              <a:gd name="connsiteX2" fmla="*/ 3484116 w 3703192"/>
              <a:gd name="connsiteY2" fmla="*/ 558228 h 1385171"/>
              <a:gd name="connsiteX3" fmla="*/ 3703192 w 3703192"/>
              <a:gd name="connsiteY3" fmla="*/ 684128 h 1385171"/>
              <a:gd name="connsiteX4" fmla="*/ 3484588 w 3703192"/>
              <a:gd name="connsiteY4" fmla="*/ 833132 h 1385171"/>
              <a:gd name="connsiteX5" fmla="*/ 3474149 w 3703192"/>
              <a:gd name="connsiteY5" fmla="*/ 1385171 h 1385171"/>
              <a:gd name="connsiteX6" fmla="*/ 0 w 3703192"/>
              <a:gd name="connsiteY6" fmla="*/ 1385171 h 1385171"/>
              <a:gd name="connsiteX7" fmla="*/ 0 w 3703192"/>
              <a:gd name="connsiteY7" fmla="*/ 0 h 1385171"/>
              <a:gd name="connsiteX0" fmla="*/ 0 w 3529685"/>
              <a:gd name="connsiteY0" fmla="*/ 0 h 1385171"/>
              <a:gd name="connsiteX1" fmla="*/ 3474149 w 3529685"/>
              <a:gd name="connsiteY1" fmla="*/ 0 h 1385171"/>
              <a:gd name="connsiteX2" fmla="*/ 3484116 w 3529685"/>
              <a:gd name="connsiteY2" fmla="*/ 558228 h 1385171"/>
              <a:gd name="connsiteX3" fmla="*/ 3244740 w 3529685"/>
              <a:gd name="connsiteY3" fmla="*/ 690668 h 1385171"/>
              <a:gd name="connsiteX4" fmla="*/ 3484588 w 3529685"/>
              <a:gd name="connsiteY4" fmla="*/ 833132 h 1385171"/>
              <a:gd name="connsiteX5" fmla="*/ 3474149 w 3529685"/>
              <a:gd name="connsiteY5" fmla="*/ 1385171 h 1385171"/>
              <a:gd name="connsiteX6" fmla="*/ 0 w 3529685"/>
              <a:gd name="connsiteY6" fmla="*/ 1385171 h 1385171"/>
              <a:gd name="connsiteX7" fmla="*/ 0 w 3529685"/>
              <a:gd name="connsiteY7" fmla="*/ 0 h 1385171"/>
              <a:gd name="connsiteX0" fmla="*/ 0 w 3529685"/>
              <a:gd name="connsiteY0" fmla="*/ 0 h 1385171"/>
              <a:gd name="connsiteX1" fmla="*/ 3474149 w 3529685"/>
              <a:gd name="connsiteY1" fmla="*/ 0 h 1385171"/>
              <a:gd name="connsiteX2" fmla="*/ 3484116 w 3529685"/>
              <a:gd name="connsiteY2" fmla="*/ 558228 h 1385171"/>
              <a:gd name="connsiteX3" fmla="*/ 3244740 w 3529685"/>
              <a:gd name="connsiteY3" fmla="*/ 690668 h 1385171"/>
              <a:gd name="connsiteX4" fmla="*/ 3484588 w 3529685"/>
              <a:gd name="connsiteY4" fmla="*/ 833132 h 1385171"/>
              <a:gd name="connsiteX5" fmla="*/ 3474149 w 3529685"/>
              <a:gd name="connsiteY5" fmla="*/ 1385171 h 1385171"/>
              <a:gd name="connsiteX6" fmla="*/ 0 w 3529685"/>
              <a:gd name="connsiteY6" fmla="*/ 1385171 h 1385171"/>
              <a:gd name="connsiteX7" fmla="*/ 0 w 3529685"/>
              <a:gd name="connsiteY7" fmla="*/ 0 h 1385171"/>
              <a:gd name="connsiteX0" fmla="*/ 0 w 3484809"/>
              <a:gd name="connsiteY0" fmla="*/ 0 h 1385171"/>
              <a:gd name="connsiteX1" fmla="*/ 3474149 w 3484809"/>
              <a:gd name="connsiteY1" fmla="*/ 0 h 1385171"/>
              <a:gd name="connsiteX2" fmla="*/ 3484116 w 3484809"/>
              <a:gd name="connsiteY2" fmla="*/ 558228 h 1385171"/>
              <a:gd name="connsiteX3" fmla="*/ 3244740 w 3484809"/>
              <a:gd name="connsiteY3" fmla="*/ 690668 h 1385171"/>
              <a:gd name="connsiteX4" fmla="*/ 3484588 w 3484809"/>
              <a:gd name="connsiteY4" fmla="*/ 833132 h 1385171"/>
              <a:gd name="connsiteX5" fmla="*/ 3474149 w 3484809"/>
              <a:gd name="connsiteY5" fmla="*/ 1385171 h 1385171"/>
              <a:gd name="connsiteX6" fmla="*/ 0 w 3484809"/>
              <a:gd name="connsiteY6" fmla="*/ 1385171 h 1385171"/>
              <a:gd name="connsiteX7" fmla="*/ 0 w 3484809"/>
              <a:gd name="connsiteY7" fmla="*/ 0 h 1385171"/>
              <a:gd name="connsiteX0" fmla="*/ 0 w 3484809"/>
              <a:gd name="connsiteY0" fmla="*/ 0 h 1385171"/>
              <a:gd name="connsiteX1" fmla="*/ 3474149 w 3484809"/>
              <a:gd name="connsiteY1" fmla="*/ 0 h 1385171"/>
              <a:gd name="connsiteX2" fmla="*/ 3484116 w 3484809"/>
              <a:gd name="connsiteY2" fmla="*/ 558228 h 1385171"/>
              <a:gd name="connsiteX3" fmla="*/ 3244740 w 3484809"/>
              <a:gd name="connsiteY3" fmla="*/ 690668 h 1385171"/>
              <a:gd name="connsiteX4" fmla="*/ 3484588 w 3484809"/>
              <a:gd name="connsiteY4" fmla="*/ 833132 h 1385171"/>
              <a:gd name="connsiteX5" fmla="*/ 3474149 w 3484809"/>
              <a:gd name="connsiteY5" fmla="*/ 1385171 h 1385171"/>
              <a:gd name="connsiteX6" fmla="*/ 0 w 3484809"/>
              <a:gd name="connsiteY6" fmla="*/ 1385171 h 1385171"/>
              <a:gd name="connsiteX7" fmla="*/ 0 w 3484809"/>
              <a:gd name="connsiteY7" fmla="*/ 0 h 1385171"/>
              <a:gd name="connsiteX0" fmla="*/ 0 w 3484809"/>
              <a:gd name="connsiteY0" fmla="*/ 0 h 1385171"/>
              <a:gd name="connsiteX1" fmla="*/ 3474149 w 3484809"/>
              <a:gd name="connsiteY1" fmla="*/ 0 h 1385171"/>
              <a:gd name="connsiteX2" fmla="*/ 3484116 w 3484809"/>
              <a:gd name="connsiteY2" fmla="*/ 558228 h 1385171"/>
              <a:gd name="connsiteX3" fmla="*/ 3244740 w 3484809"/>
              <a:gd name="connsiteY3" fmla="*/ 690668 h 1385171"/>
              <a:gd name="connsiteX4" fmla="*/ 3484588 w 3484809"/>
              <a:gd name="connsiteY4" fmla="*/ 833132 h 1385171"/>
              <a:gd name="connsiteX5" fmla="*/ 3474149 w 3484809"/>
              <a:gd name="connsiteY5" fmla="*/ 1385171 h 1385171"/>
              <a:gd name="connsiteX6" fmla="*/ 0 w 3484809"/>
              <a:gd name="connsiteY6" fmla="*/ 1385171 h 1385171"/>
              <a:gd name="connsiteX7" fmla="*/ 0 w 3484809"/>
              <a:gd name="connsiteY7" fmla="*/ 0 h 1385171"/>
              <a:gd name="connsiteX0" fmla="*/ 0 w 3484116"/>
              <a:gd name="connsiteY0" fmla="*/ 0 h 1385171"/>
              <a:gd name="connsiteX1" fmla="*/ 3474149 w 3484116"/>
              <a:gd name="connsiteY1" fmla="*/ 0 h 1385171"/>
              <a:gd name="connsiteX2" fmla="*/ 3484116 w 3484116"/>
              <a:gd name="connsiteY2" fmla="*/ 558228 h 1385171"/>
              <a:gd name="connsiteX3" fmla="*/ 3244740 w 3484116"/>
              <a:gd name="connsiteY3" fmla="*/ 690668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44740 w 3484116"/>
              <a:gd name="connsiteY3" fmla="*/ 690668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23670 w 3484116"/>
              <a:gd name="connsiteY3" fmla="*/ 696347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16646 w 3484116"/>
              <a:gd name="connsiteY3" fmla="*/ 696347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23670 w 3484116"/>
              <a:gd name="connsiteY3" fmla="*/ 696347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23670 w 3484116"/>
              <a:gd name="connsiteY3" fmla="*/ 696347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09623 w 3484116"/>
              <a:gd name="connsiteY3" fmla="*/ 702026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09623 w 3484116"/>
              <a:gd name="connsiteY3" fmla="*/ 702026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09623 w 3484116"/>
              <a:gd name="connsiteY3" fmla="*/ 702026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2 w 3484116"/>
              <a:gd name="connsiteY1" fmla="*/ 0 h 1385171"/>
              <a:gd name="connsiteX2" fmla="*/ 3484116 w 3484116"/>
              <a:gd name="connsiteY2" fmla="*/ 558228 h 1385171"/>
              <a:gd name="connsiteX3" fmla="*/ 3209623 w 3484116"/>
              <a:gd name="connsiteY3" fmla="*/ 702026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4116" h="1385171">
                <a:moveTo>
                  <a:pt x="0" y="0"/>
                </a:moveTo>
                <a:lnTo>
                  <a:pt x="3481172" y="0"/>
                </a:lnTo>
                <a:cubicBezTo>
                  <a:pt x="3481477" y="140809"/>
                  <a:pt x="3483811" y="417419"/>
                  <a:pt x="3484116" y="558228"/>
                </a:cubicBezTo>
                <a:cubicBezTo>
                  <a:pt x="3241294" y="690823"/>
                  <a:pt x="3392809" y="595682"/>
                  <a:pt x="3209623" y="702026"/>
                </a:cubicBezTo>
                <a:cubicBezTo>
                  <a:pt x="3342466" y="770912"/>
                  <a:pt x="3354142" y="760160"/>
                  <a:pt x="3476995" y="833132"/>
                </a:cubicBezTo>
                <a:cubicBezTo>
                  <a:pt x="3478430" y="947552"/>
                  <a:pt x="3480239" y="853239"/>
                  <a:pt x="3474149" y="1385171"/>
                </a:cubicBezTo>
                <a:lnTo>
                  <a:pt x="0" y="138517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1AA56D-9F51-4548-8A03-959C9407DEA4}"/>
              </a:ext>
            </a:extLst>
          </p:cNvPr>
          <p:cNvSpPr/>
          <p:nvPr userDrawn="1"/>
        </p:nvSpPr>
        <p:spPr>
          <a:xfrm>
            <a:off x="3066222" y="1892511"/>
            <a:ext cx="4464000" cy="21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/>
          </a:p>
        </p:txBody>
      </p:sp>
      <p:sp>
        <p:nvSpPr>
          <p:cNvPr id="20" name="그림 개체 틀 2">
            <a:extLst>
              <a:ext uri="{FF2B5EF4-FFF2-40B4-BE49-F238E27FC236}">
                <a16:creationId xmlns:a16="http://schemas.microsoft.com/office/drawing/2014/main" id="{1B2421DD-6580-439F-A896-99B266F0E8A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 flipH="1">
            <a:off x="7145771" y="1892511"/>
            <a:ext cx="4320000" cy="2124000"/>
          </a:xfrm>
          <a:custGeom>
            <a:avLst/>
            <a:gdLst>
              <a:gd name="connsiteX0" fmla="*/ 0 w 3474149"/>
              <a:gd name="connsiteY0" fmla="*/ 0 h 1385171"/>
              <a:gd name="connsiteX1" fmla="*/ 3474149 w 3474149"/>
              <a:gd name="connsiteY1" fmla="*/ 0 h 1385171"/>
              <a:gd name="connsiteX2" fmla="*/ 3474149 w 3474149"/>
              <a:gd name="connsiteY2" fmla="*/ 1385171 h 1385171"/>
              <a:gd name="connsiteX3" fmla="*/ 0 w 3474149"/>
              <a:gd name="connsiteY3" fmla="*/ 1385171 h 1385171"/>
              <a:gd name="connsiteX4" fmla="*/ 0 w 3474149"/>
              <a:gd name="connsiteY4" fmla="*/ 0 h 1385171"/>
              <a:gd name="connsiteX0" fmla="*/ 0 w 3474149"/>
              <a:gd name="connsiteY0" fmla="*/ 0 h 1385171"/>
              <a:gd name="connsiteX1" fmla="*/ 3474149 w 3474149"/>
              <a:gd name="connsiteY1" fmla="*/ 0 h 1385171"/>
              <a:gd name="connsiteX2" fmla="*/ 3474149 w 3474149"/>
              <a:gd name="connsiteY2" fmla="*/ 1385171 h 1385171"/>
              <a:gd name="connsiteX3" fmla="*/ 0 w 3474149"/>
              <a:gd name="connsiteY3" fmla="*/ 1385171 h 1385171"/>
              <a:gd name="connsiteX4" fmla="*/ 0 w 3474149"/>
              <a:gd name="connsiteY4" fmla="*/ 0 h 1385171"/>
              <a:gd name="connsiteX0" fmla="*/ 0 w 3474149"/>
              <a:gd name="connsiteY0" fmla="*/ 0 h 1385171"/>
              <a:gd name="connsiteX1" fmla="*/ 3474149 w 3474149"/>
              <a:gd name="connsiteY1" fmla="*/ 0 h 1385171"/>
              <a:gd name="connsiteX2" fmla="*/ 3474149 w 3474149"/>
              <a:gd name="connsiteY2" fmla="*/ 1385171 h 1385171"/>
              <a:gd name="connsiteX3" fmla="*/ 0 w 3474149"/>
              <a:gd name="connsiteY3" fmla="*/ 1385171 h 1385171"/>
              <a:gd name="connsiteX4" fmla="*/ 0 w 3474149"/>
              <a:gd name="connsiteY4" fmla="*/ 0 h 1385171"/>
              <a:gd name="connsiteX0" fmla="*/ 0 w 3475063"/>
              <a:gd name="connsiteY0" fmla="*/ 0 h 1385171"/>
              <a:gd name="connsiteX1" fmla="*/ 3474149 w 3475063"/>
              <a:gd name="connsiteY1" fmla="*/ 0 h 1385171"/>
              <a:gd name="connsiteX2" fmla="*/ 3475063 w 3475063"/>
              <a:gd name="connsiteY2" fmla="*/ 422426 h 1385171"/>
              <a:gd name="connsiteX3" fmla="*/ 3474149 w 3475063"/>
              <a:gd name="connsiteY3" fmla="*/ 1385171 h 1385171"/>
              <a:gd name="connsiteX4" fmla="*/ 0 w 3475063"/>
              <a:gd name="connsiteY4" fmla="*/ 1385171 h 1385171"/>
              <a:gd name="connsiteX5" fmla="*/ 0 w 3475063"/>
              <a:gd name="connsiteY5" fmla="*/ 0 h 1385171"/>
              <a:gd name="connsiteX0" fmla="*/ 0 w 3728608"/>
              <a:gd name="connsiteY0" fmla="*/ 0 h 1385171"/>
              <a:gd name="connsiteX1" fmla="*/ 3474149 w 3728608"/>
              <a:gd name="connsiteY1" fmla="*/ 0 h 1385171"/>
              <a:gd name="connsiteX2" fmla="*/ 3475063 w 3728608"/>
              <a:gd name="connsiteY2" fmla="*/ 422426 h 1385171"/>
              <a:gd name="connsiteX3" fmla="*/ 3465538 w 3728608"/>
              <a:gd name="connsiteY3" fmla="*/ 822476 h 1385171"/>
              <a:gd name="connsiteX4" fmla="*/ 3474149 w 3728608"/>
              <a:gd name="connsiteY4" fmla="*/ 1385171 h 1385171"/>
              <a:gd name="connsiteX5" fmla="*/ 0 w 3728608"/>
              <a:gd name="connsiteY5" fmla="*/ 1385171 h 1385171"/>
              <a:gd name="connsiteX6" fmla="*/ 0 w 3728608"/>
              <a:gd name="connsiteY6" fmla="*/ 0 h 1385171"/>
              <a:gd name="connsiteX0" fmla="*/ 0 w 3475615"/>
              <a:gd name="connsiteY0" fmla="*/ 0 h 1385171"/>
              <a:gd name="connsiteX1" fmla="*/ 3474149 w 3475615"/>
              <a:gd name="connsiteY1" fmla="*/ 0 h 1385171"/>
              <a:gd name="connsiteX2" fmla="*/ 3475063 w 3475615"/>
              <a:gd name="connsiteY2" fmla="*/ 422426 h 1385171"/>
              <a:gd name="connsiteX3" fmla="*/ 3465538 w 3475615"/>
              <a:gd name="connsiteY3" fmla="*/ 822476 h 1385171"/>
              <a:gd name="connsiteX4" fmla="*/ 3474149 w 3475615"/>
              <a:gd name="connsiteY4" fmla="*/ 1385171 h 1385171"/>
              <a:gd name="connsiteX5" fmla="*/ 0 w 3475615"/>
              <a:gd name="connsiteY5" fmla="*/ 1385171 h 1385171"/>
              <a:gd name="connsiteX6" fmla="*/ 0 w 3475615"/>
              <a:gd name="connsiteY6" fmla="*/ 0 h 1385171"/>
              <a:gd name="connsiteX0" fmla="*/ 0 w 3475739"/>
              <a:gd name="connsiteY0" fmla="*/ 0 h 1385171"/>
              <a:gd name="connsiteX1" fmla="*/ 3474149 w 3475739"/>
              <a:gd name="connsiteY1" fmla="*/ 0 h 1385171"/>
              <a:gd name="connsiteX2" fmla="*/ 3475063 w 3475739"/>
              <a:gd name="connsiteY2" fmla="*/ 422426 h 1385171"/>
              <a:gd name="connsiteX3" fmla="*/ 3456013 w 3475739"/>
              <a:gd name="connsiteY3" fmla="*/ 698651 h 1385171"/>
              <a:gd name="connsiteX4" fmla="*/ 3465538 w 3475739"/>
              <a:gd name="connsiteY4" fmla="*/ 822476 h 1385171"/>
              <a:gd name="connsiteX5" fmla="*/ 3474149 w 3475739"/>
              <a:gd name="connsiteY5" fmla="*/ 1385171 h 1385171"/>
              <a:gd name="connsiteX6" fmla="*/ 0 w 3475739"/>
              <a:gd name="connsiteY6" fmla="*/ 1385171 h 1385171"/>
              <a:gd name="connsiteX7" fmla="*/ 0 w 3475739"/>
              <a:gd name="connsiteY7" fmla="*/ 0 h 1385171"/>
              <a:gd name="connsiteX0" fmla="*/ 0 w 3684621"/>
              <a:gd name="connsiteY0" fmla="*/ 0 h 1385171"/>
              <a:gd name="connsiteX1" fmla="*/ 3474149 w 3684621"/>
              <a:gd name="connsiteY1" fmla="*/ 0 h 1385171"/>
              <a:gd name="connsiteX2" fmla="*/ 3475063 w 3684621"/>
              <a:gd name="connsiteY2" fmla="*/ 422426 h 1385171"/>
              <a:gd name="connsiteX3" fmla="*/ 3684613 w 3684621"/>
              <a:gd name="connsiteY3" fmla="*/ 717701 h 1385171"/>
              <a:gd name="connsiteX4" fmla="*/ 3465538 w 3684621"/>
              <a:gd name="connsiteY4" fmla="*/ 822476 h 1385171"/>
              <a:gd name="connsiteX5" fmla="*/ 3474149 w 3684621"/>
              <a:gd name="connsiteY5" fmla="*/ 1385171 h 1385171"/>
              <a:gd name="connsiteX6" fmla="*/ 0 w 3684621"/>
              <a:gd name="connsiteY6" fmla="*/ 1385171 h 1385171"/>
              <a:gd name="connsiteX7" fmla="*/ 0 w 3684621"/>
              <a:gd name="connsiteY7" fmla="*/ 0 h 1385171"/>
              <a:gd name="connsiteX0" fmla="*/ 0 w 3684621"/>
              <a:gd name="connsiteY0" fmla="*/ 0 h 1385171"/>
              <a:gd name="connsiteX1" fmla="*/ 3474149 w 3684621"/>
              <a:gd name="connsiteY1" fmla="*/ 0 h 1385171"/>
              <a:gd name="connsiteX2" fmla="*/ 3475063 w 3684621"/>
              <a:gd name="connsiteY2" fmla="*/ 422426 h 1385171"/>
              <a:gd name="connsiteX3" fmla="*/ 3684613 w 3684621"/>
              <a:gd name="connsiteY3" fmla="*/ 717701 h 1385171"/>
              <a:gd name="connsiteX4" fmla="*/ 3484588 w 3684621"/>
              <a:gd name="connsiteY4" fmla="*/ 946301 h 1385171"/>
              <a:gd name="connsiteX5" fmla="*/ 3474149 w 3684621"/>
              <a:gd name="connsiteY5" fmla="*/ 1385171 h 1385171"/>
              <a:gd name="connsiteX6" fmla="*/ 0 w 3684621"/>
              <a:gd name="connsiteY6" fmla="*/ 1385171 h 1385171"/>
              <a:gd name="connsiteX7" fmla="*/ 0 w 3684621"/>
              <a:gd name="connsiteY7" fmla="*/ 0 h 1385171"/>
              <a:gd name="connsiteX0" fmla="*/ 0 w 3694146"/>
              <a:gd name="connsiteY0" fmla="*/ 0 h 1385171"/>
              <a:gd name="connsiteX1" fmla="*/ 3474149 w 3694146"/>
              <a:gd name="connsiteY1" fmla="*/ 0 h 1385171"/>
              <a:gd name="connsiteX2" fmla="*/ 3475063 w 3694146"/>
              <a:gd name="connsiteY2" fmla="*/ 422426 h 1385171"/>
              <a:gd name="connsiteX3" fmla="*/ 3694138 w 3694146"/>
              <a:gd name="connsiteY3" fmla="*/ 679601 h 1385171"/>
              <a:gd name="connsiteX4" fmla="*/ 3484588 w 3694146"/>
              <a:gd name="connsiteY4" fmla="*/ 946301 h 1385171"/>
              <a:gd name="connsiteX5" fmla="*/ 3474149 w 3694146"/>
              <a:gd name="connsiteY5" fmla="*/ 1385171 h 1385171"/>
              <a:gd name="connsiteX6" fmla="*/ 0 w 3694146"/>
              <a:gd name="connsiteY6" fmla="*/ 1385171 h 1385171"/>
              <a:gd name="connsiteX7" fmla="*/ 0 w 3694146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75063 w 3694138"/>
              <a:gd name="connsiteY2" fmla="*/ 422426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75063 w 3694138"/>
              <a:gd name="connsiteY2" fmla="*/ 422426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472220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946301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833132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833132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694138"/>
              <a:gd name="connsiteY0" fmla="*/ 0 h 1385171"/>
              <a:gd name="connsiteX1" fmla="*/ 3474149 w 3694138"/>
              <a:gd name="connsiteY1" fmla="*/ 0 h 1385171"/>
              <a:gd name="connsiteX2" fmla="*/ 3484116 w 3694138"/>
              <a:gd name="connsiteY2" fmla="*/ 558228 h 1385171"/>
              <a:gd name="connsiteX3" fmla="*/ 3694138 w 3694138"/>
              <a:gd name="connsiteY3" fmla="*/ 679601 h 1385171"/>
              <a:gd name="connsiteX4" fmla="*/ 3484588 w 3694138"/>
              <a:gd name="connsiteY4" fmla="*/ 833132 h 1385171"/>
              <a:gd name="connsiteX5" fmla="*/ 3474149 w 3694138"/>
              <a:gd name="connsiteY5" fmla="*/ 1385171 h 1385171"/>
              <a:gd name="connsiteX6" fmla="*/ 0 w 3694138"/>
              <a:gd name="connsiteY6" fmla="*/ 1385171 h 1385171"/>
              <a:gd name="connsiteX7" fmla="*/ 0 w 3694138"/>
              <a:gd name="connsiteY7" fmla="*/ 0 h 1385171"/>
              <a:gd name="connsiteX0" fmla="*/ 0 w 3703192"/>
              <a:gd name="connsiteY0" fmla="*/ 0 h 1385171"/>
              <a:gd name="connsiteX1" fmla="*/ 3474149 w 3703192"/>
              <a:gd name="connsiteY1" fmla="*/ 0 h 1385171"/>
              <a:gd name="connsiteX2" fmla="*/ 3484116 w 3703192"/>
              <a:gd name="connsiteY2" fmla="*/ 558228 h 1385171"/>
              <a:gd name="connsiteX3" fmla="*/ 3703192 w 3703192"/>
              <a:gd name="connsiteY3" fmla="*/ 684128 h 1385171"/>
              <a:gd name="connsiteX4" fmla="*/ 3484588 w 3703192"/>
              <a:gd name="connsiteY4" fmla="*/ 833132 h 1385171"/>
              <a:gd name="connsiteX5" fmla="*/ 3474149 w 3703192"/>
              <a:gd name="connsiteY5" fmla="*/ 1385171 h 1385171"/>
              <a:gd name="connsiteX6" fmla="*/ 0 w 3703192"/>
              <a:gd name="connsiteY6" fmla="*/ 1385171 h 1385171"/>
              <a:gd name="connsiteX7" fmla="*/ 0 w 3703192"/>
              <a:gd name="connsiteY7" fmla="*/ 0 h 1385171"/>
              <a:gd name="connsiteX0" fmla="*/ 0 w 3529685"/>
              <a:gd name="connsiteY0" fmla="*/ 0 h 1385171"/>
              <a:gd name="connsiteX1" fmla="*/ 3474149 w 3529685"/>
              <a:gd name="connsiteY1" fmla="*/ 0 h 1385171"/>
              <a:gd name="connsiteX2" fmla="*/ 3484116 w 3529685"/>
              <a:gd name="connsiteY2" fmla="*/ 558228 h 1385171"/>
              <a:gd name="connsiteX3" fmla="*/ 3244740 w 3529685"/>
              <a:gd name="connsiteY3" fmla="*/ 690668 h 1385171"/>
              <a:gd name="connsiteX4" fmla="*/ 3484588 w 3529685"/>
              <a:gd name="connsiteY4" fmla="*/ 833132 h 1385171"/>
              <a:gd name="connsiteX5" fmla="*/ 3474149 w 3529685"/>
              <a:gd name="connsiteY5" fmla="*/ 1385171 h 1385171"/>
              <a:gd name="connsiteX6" fmla="*/ 0 w 3529685"/>
              <a:gd name="connsiteY6" fmla="*/ 1385171 h 1385171"/>
              <a:gd name="connsiteX7" fmla="*/ 0 w 3529685"/>
              <a:gd name="connsiteY7" fmla="*/ 0 h 1385171"/>
              <a:gd name="connsiteX0" fmla="*/ 0 w 3529685"/>
              <a:gd name="connsiteY0" fmla="*/ 0 h 1385171"/>
              <a:gd name="connsiteX1" fmla="*/ 3474149 w 3529685"/>
              <a:gd name="connsiteY1" fmla="*/ 0 h 1385171"/>
              <a:gd name="connsiteX2" fmla="*/ 3484116 w 3529685"/>
              <a:gd name="connsiteY2" fmla="*/ 558228 h 1385171"/>
              <a:gd name="connsiteX3" fmla="*/ 3244740 w 3529685"/>
              <a:gd name="connsiteY3" fmla="*/ 690668 h 1385171"/>
              <a:gd name="connsiteX4" fmla="*/ 3484588 w 3529685"/>
              <a:gd name="connsiteY4" fmla="*/ 833132 h 1385171"/>
              <a:gd name="connsiteX5" fmla="*/ 3474149 w 3529685"/>
              <a:gd name="connsiteY5" fmla="*/ 1385171 h 1385171"/>
              <a:gd name="connsiteX6" fmla="*/ 0 w 3529685"/>
              <a:gd name="connsiteY6" fmla="*/ 1385171 h 1385171"/>
              <a:gd name="connsiteX7" fmla="*/ 0 w 3529685"/>
              <a:gd name="connsiteY7" fmla="*/ 0 h 1385171"/>
              <a:gd name="connsiteX0" fmla="*/ 0 w 3484809"/>
              <a:gd name="connsiteY0" fmla="*/ 0 h 1385171"/>
              <a:gd name="connsiteX1" fmla="*/ 3474149 w 3484809"/>
              <a:gd name="connsiteY1" fmla="*/ 0 h 1385171"/>
              <a:gd name="connsiteX2" fmla="*/ 3484116 w 3484809"/>
              <a:gd name="connsiteY2" fmla="*/ 558228 h 1385171"/>
              <a:gd name="connsiteX3" fmla="*/ 3244740 w 3484809"/>
              <a:gd name="connsiteY3" fmla="*/ 690668 h 1385171"/>
              <a:gd name="connsiteX4" fmla="*/ 3484588 w 3484809"/>
              <a:gd name="connsiteY4" fmla="*/ 833132 h 1385171"/>
              <a:gd name="connsiteX5" fmla="*/ 3474149 w 3484809"/>
              <a:gd name="connsiteY5" fmla="*/ 1385171 h 1385171"/>
              <a:gd name="connsiteX6" fmla="*/ 0 w 3484809"/>
              <a:gd name="connsiteY6" fmla="*/ 1385171 h 1385171"/>
              <a:gd name="connsiteX7" fmla="*/ 0 w 3484809"/>
              <a:gd name="connsiteY7" fmla="*/ 0 h 1385171"/>
              <a:gd name="connsiteX0" fmla="*/ 0 w 3484809"/>
              <a:gd name="connsiteY0" fmla="*/ 0 h 1385171"/>
              <a:gd name="connsiteX1" fmla="*/ 3474149 w 3484809"/>
              <a:gd name="connsiteY1" fmla="*/ 0 h 1385171"/>
              <a:gd name="connsiteX2" fmla="*/ 3484116 w 3484809"/>
              <a:gd name="connsiteY2" fmla="*/ 558228 h 1385171"/>
              <a:gd name="connsiteX3" fmla="*/ 3244740 w 3484809"/>
              <a:gd name="connsiteY3" fmla="*/ 690668 h 1385171"/>
              <a:gd name="connsiteX4" fmla="*/ 3484588 w 3484809"/>
              <a:gd name="connsiteY4" fmla="*/ 833132 h 1385171"/>
              <a:gd name="connsiteX5" fmla="*/ 3474149 w 3484809"/>
              <a:gd name="connsiteY5" fmla="*/ 1385171 h 1385171"/>
              <a:gd name="connsiteX6" fmla="*/ 0 w 3484809"/>
              <a:gd name="connsiteY6" fmla="*/ 1385171 h 1385171"/>
              <a:gd name="connsiteX7" fmla="*/ 0 w 3484809"/>
              <a:gd name="connsiteY7" fmla="*/ 0 h 1385171"/>
              <a:gd name="connsiteX0" fmla="*/ 0 w 3484809"/>
              <a:gd name="connsiteY0" fmla="*/ 0 h 1385171"/>
              <a:gd name="connsiteX1" fmla="*/ 3474149 w 3484809"/>
              <a:gd name="connsiteY1" fmla="*/ 0 h 1385171"/>
              <a:gd name="connsiteX2" fmla="*/ 3484116 w 3484809"/>
              <a:gd name="connsiteY2" fmla="*/ 558228 h 1385171"/>
              <a:gd name="connsiteX3" fmla="*/ 3244740 w 3484809"/>
              <a:gd name="connsiteY3" fmla="*/ 690668 h 1385171"/>
              <a:gd name="connsiteX4" fmla="*/ 3484588 w 3484809"/>
              <a:gd name="connsiteY4" fmla="*/ 833132 h 1385171"/>
              <a:gd name="connsiteX5" fmla="*/ 3474149 w 3484809"/>
              <a:gd name="connsiteY5" fmla="*/ 1385171 h 1385171"/>
              <a:gd name="connsiteX6" fmla="*/ 0 w 3484809"/>
              <a:gd name="connsiteY6" fmla="*/ 1385171 h 1385171"/>
              <a:gd name="connsiteX7" fmla="*/ 0 w 3484809"/>
              <a:gd name="connsiteY7" fmla="*/ 0 h 1385171"/>
              <a:gd name="connsiteX0" fmla="*/ 0 w 3484116"/>
              <a:gd name="connsiteY0" fmla="*/ 0 h 1385171"/>
              <a:gd name="connsiteX1" fmla="*/ 3474149 w 3484116"/>
              <a:gd name="connsiteY1" fmla="*/ 0 h 1385171"/>
              <a:gd name="connsiteX2" fmla="*/ 3484116 w 3484116"/>
              <a:gd name="connsiteY2" fmla="*/ 558228 h 1385171"/>
              <a:gd name="connsiteX3" fmla="*/ 3244740 w 3484116"/>
              <a:gd name="connsiteY3" fmla="*/ 690668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85171"/>
              <a:gd name="connsiteX1" fmla="*/ 3481173 w 3484116"/>
              <a:gd name="connsiteY1" fmla="*/ 0 h 1385171"/>
              <a:gd name="connsiteX2" fmla="*/ 3484116 w 3484116"/>
              <a:gd name="connsiteY2" fmla="*/ 558228 h 1385171"/>
              <a:gd name="connsiteX3" fmla="*/ 3244740 w 3484116"/>
              <a:gd name="connsiteY3" fmla="*/ 690668 h 1385171"/>
              <a:gd name="connsiteX4" fmla="*/ 3476995 w 3484116"/>
              <a:gd name="connsiteY4" fmla="*/ 833132 h 1385171"/>
              <a:gd name="connsiteX5" fmla="*/ 3474149 w 3484116"/>
              <a:gd name="connsiteY5" fmla="*/ 1385171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44740 w 3484116"/>
              <a:gd name="connsiteY3" fmla="*/ 690668 h 1396530"/>
              <a:gd name="connsiteX4" fmla="*/ 3476995 w 3484116"/>
              <a:gd name="connsiteY4" fmla="*/ 833132 h 1396530"/>
              <a:gd name="connsiteX5" fmla="*/ 3396890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44740 w 3484116"/>
              <a:gd name="connsiteY3" fmla="*/ 690668 h 1396530"/>
              <a:gd name="connsiteX4" fmla="*/ 3476995 w 3484116"/>
              <a:gd name="connsiteY4" fmla="*/ 833132 h 1396530"/>
              <a:gd name="connsiteX5" fmla="*/ 3467126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44740 w 3484116"/>
              <a:gd name="connsiteY3" fmla="*/ 690668 h 1396530"/>
              <a:gd name="connsiteX4" fmla="*/ 3476995 w 3484116"/>
              <a:gd name="connsiteY4" fmla="*/ 833132 h 1396530"/>
              <a:gd name="connsiteX5" fmla="*/ 3474149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23669 w 3484116"/>
              <a:gd name="connsiteY3" fmla="*/ 690668 h 1396530"/>
              <a:gd name="connsiteX4" fmla="*/ 3476995 w 3484116"/>
              <a:gd name="connsiteY4" fmla="*/ 833132 h 1396530"/>
              <a:gd name="connsiteX5" fmla="*/ 3474149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23669 w 3484116"/>
              <a:gd name="connsiteY3" fmla="*/ 690668 h 1396530"/>
              <a:gd name="connsiteX4" fmla="*/ 3476995 w 3484116"/>
              <a:gd name="connsiteY4" fmla="*/ 833132 h 1396530"/>
              <a:gd name="connsiteX5" fmla="*/ 3481172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23669 w 3484116"/>
              <a:gd name="connsiteY3" fmla="*/ 690668 h 1396530"/>
              <a:gd name="connsiteX4" fmla="*/ 3476995 w 3484116"/>
              <a:gd name="connsiteY4" fmla="*/ 833132 h 1396530"/>
              <a:gd name="connsiteX5" fmla="*/ 3481172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6530"/>
              <a:gd name="connsiteX1" fmla="*/ 3481173 w 3484116"/>
              <a:gd name="connsiteY1" fmla="*/ 0 h 1396530"/>
              <a:gd name="connsiteX2" fmla="*/ 3484116 w 3484116"/>
              <a:gd name="connsiteY2" fmla="*/ 558228 h 1396530"/>
              <a:gd name="connsiteX3" fmla="*/ 3223669 w 3484116"/>
              <a:gd name="connsiteY3" fmla="*/ 690668 h 1396530"/>
              <a:gd name="connsiteX4" fmla="*/ 3476995 w 3484116"/>
              <a:gd name="connsiteY4" fmla="*/ 838811 h 1396530"/>
              <a:gd name="connsiteX5" fmla="*/ 3481172 w 3484116"/>
              <a:gd name="connsiteY5" fmla="*/ 1396530 h 1396530"/>
              <a:gd name="connsiteX6" fmla="*/ 0 w 3484116"/>
              <a:gd name="connsiteY6" fmla="*/ 1385171 h 1396530"/>
              <a:gd name="connsiteX7" fmla="*/ 0 w 3484116"/>
              <a:gd name="connsiteY7" fmla="*/ 0 h 1396530"/>
              <a:gd name="connsiteX0" fmla="*/ 0 w 3484116"/>
              <a:gd name="connsiteY0" fmla="*/ 0 h 1390850"/>
              <a:gd name="connsiteX1" fmla="*/ 3481173 w 3484116"/>
              <a:gd name="connsiteY1" fmla="*/ 0 h 1390850"/>
              <a:gd name="connsiteX2" fmla="*/ 3484116 w 3484116"/>
              <a:gd name="connsiteY2" fmla="*/ 558228 h 1390850"/>
              <a:gd name="connsiteX3" fmla="*/ 3223669 w 3484116"/>
              <a:gd name="connsiteY3" fmla="*/ 690668 h 1390850"/>
              <a:gd name="connsiteX4" fmla="*/ 3476995 w 3484116"/>
              <a:gd name="connsiteY4" fmla="*/ 838811 h 1390850"/>
              <a:gd name="connsiteX5" fmla="*/ 3481172 w 3484116"/>
              <a:gd name="connsiteY5" fmla="*/ 1390850 h 1390850"/>
              <a:gd name="connsiteX6" fmla="*/ 0 w 3484116"/>
              <a:gd name="connsiteY6" fmla="*/ 1385171 h 1390850"/>
              <a:gd name="connsiteX7" fmla="*/ 0 w 3484116"/>
              <a:gd name="connsiteY7" fmla="*/ 0 h 1390850"/>
              <a:gd name="connsiteX0" fmla="*/ 0 w 3484116"/>
              <a:gd name="connsiteY0" fmla="*/ 0 h 1385171"/>
              <a:gd name="connsiteX1" fmla="*/ 3481173 w 3484116"/>
              <a:gd name="connsiteY1" fmla="*/ 0 h 1385171"/>
              <a:gd name="connsiteX2" fmla="*/ 3484116 w 3484116"/>
              <a:gd name="connsiteY2" fmla="*/ 558228 h 1385171"/>
              <a:gd name="connsiteX3" fmla="*/ 3223669 w 3484116"/>
              <a:gd name="connsiteY3" fmla="*/ 690668 h 1385171"/>
              <a:gd name="connsiteX4" fmla="*/ 3476995 w 3484116"/>
              <a:gd name="connsiteY4" fmla="*/ 838811 h 1385171"/>
              <a:gd name="connsiteX5" fmla="*/ 3481172 w 3484116"/>
              <a:gd name="connsiteY5" fmla="*/ 1385170 h 1385171"/>
              <a:gd name="connsiteX6" fmla="*/ 0 w 3484116"/>
              <a:gd name="connsiteY6" fmla="*/ 1385171 h 1385171"/>
              <a:gd name="connsiteX7" fmla="*/ 0 w 3484116"/>
              <a:gd name="connsiteY7" fmla="*/ 0 h 1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4116" h="1385171">
                <a:moveTo>
                  <a:pt x="0" y="0"/>
                </a:moveTo>
                <a:lnTo>
                  <a:pt x="3481173" y="0"/>
                </a:lnTo>
                <a:cubicBezTo>
                  <a:pt x="3481478" y="140809"/>
                  <a:pt x="3483811" y="417419"/>
                  <a:pt x="3484116" y="558228"/>
                </a:cubicBezTo>
                <a:cubicBezTo>
                  <a:pt x="3241294" y="690823"/>
                  <a:pt x="3463042" y="555927"/>
                  <a:pt x="3223669" y="690668"/>
                </a:cubicBezTo>
                <a:cubicBezTo>
                  <a:pt x="3461864" y="833385"/>
                  <a:pt x="3241765" y="697687"/>
                  <a:pt x="3476995" y="838811"/>
                </a:cubicBezTo>
                <a:cubicBezTo>
                  <a:pt x="3478430" y="953231"/>
                  <a:pt x="3487262" y="853238"/>
                  <a:pt x="3481172" y="1385170"/>
                </a:cubicBezTo>
                <a:lnTo>
                  <a:pt x="0" y="138517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자유형: 도형 22">
            <a:extLst>
              <a:ext uri="{FF2B5EF4-FFF2-40B4-BE49-F238E27FC236}">
                <a16:creationId xmlns:a16="http://schemas.microsoft.com/office/drawing/2014/main" id="{3F52A6B3-42BE-4E2C-864F-4B3C4819524C}"/>
              </a:ext>
            </a:extLst>
          </p:cNvPr>
          <p:cNvSpPr/>
          <p:nvPr userDrawn="1"/>
        </p:nvSpPr>
        <p:spPr>
          <a:xfrm>
            <a:off x="726229" y="1892511"/>
            <a:ext cx="2702277" cy="2124000"/>
          </a:xfrm>
          <a:custGeom>
            <a:avLst/>
            <a:gdLst>
              <a:gd name="connsiteX0" fmla="*/ 0 w 2702277"/>
              <a:gd name="connsiteY0" fmla="*/ 0 h 2124000"/>
              <a:gd name="connsiteX1" fmla="*/ 2340000 w 2702277"/>
              <a:gd name="connsiteY1" fmla="*/ 0 h 2124000"/>
              <a:gd name="connsiteX2" fmla="*/ 2340000 w 2702277"/>
              <a:gd name="connsiteY2" fmla="*/ 851880 h 2124000"/>
              <a:gd name="connsiteX3" fmla="*/ 2702277 w 2702277"/>
              <a:gd name="connsiteY3" fmla="*/ 1062001 h 2124000"/>
              <a:gd name="connsiteX4" fmla="*/ 2340000 w 2702277"/>
              <a:gd name="connsiteY4" fmla="*/ 1272121 h 2124000"/>
              <a:gd name="connsiteX5" fmla="*/ 2340000 w 2702277"/>
              <a:gd name="connsiteY5" fmla="*/ 2124000 h 2124000"/>
              <a:gd name="connsiteX6" fmla="*/ 0 w 2702277"/>
              <a:gd name="connsiteY6" fmla="*/ 2124000 h 21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2277" h="2124000">
                <a:moveTo>
                  <a:pt x="0" y="0"/>
                </a:moveTo>
                <a:lnTo>
                  <a:pt x="2340000" y="0"/>
                </a:lnTo>
                <a:lnTo>
                  <a:pt x="2340000" y="851880"/>
                </a:lnTo>
                <a:lnTo>
                  <a:pt x="2702277" y="1062001"/>
                </a:lnTo>
                <a:lnTo>
                  <a:pt x="2340000" y="1272121"/>
                </a:lnTo>
                <a:lnTo>
                  <a:pt x="2340000" y="2124000"/>
                </a:lnTo>
                <a:lnTo>
                  <a:pt x="0" y="2124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2" name="자유형: 도형 23">
            <a:extLst>
              <a:ext uri="{FF2B5EF4-FFF2-40B4-BE49-F238E27FC236}">
                <a16:creationId xmlns:a16="http://schemas.microsoft.com/office/drawing/2014/main" id="{45949401-E889-46F8-B56F-6D2C1A69C625}"/>
              </a:ext>
            </a:extLst>
          </p:cNvPr>
          <p:cNvSpPr/>
          <p:nvPr userDrawn="1"/>
        </p:nvSpPr>
        <p:spPr>
          <a:xfrm>
            <a:off x="726229" y="4026571"/>
            <a:ext cx="2702277" cy="2124000"/>
          </a:xfrm>
          <a:custGeom>
            <a:avLst/>
            <a:gdLst>
              <a:gd name="connsiteX0" fmla="*/ 0 w 2702277"/>
              <a:gd name="connsiteY0" fmla="*/ 0 h 2124000"/>
              <a:gd name="connsiteX1" fmla="*/ 2340000 w 2702277"/>
              <a:gd name="connsiteY1" fmla="*/ 0 h 2124000"/>
              <a:gd name="connsiteX2" fmla="*/ 2340000 w 2702277"/>
              <a:gd name="connsiteY2" fmla="*/ 851880 h 2124000"/>
              <a:gd name="connsiteX3" fmla="*/ 2702277 w 2702277"/>
              <a:gd name="connsiteY3" fmla="*/ 1062001 h 2124000"/>
              <a:gd name="connsiteX4" fmla="*/ 2340000 w 2702277"/>
              <a:gd name="connsiteY4" fmla="*/ 1272121 h 2124000"/>
              <a:gd name="connsiteX5" fmla="*/ 2340000 w 2702277"/>
              <a:gd name="connsiteY5" fmla="*/ 2124000 h 2124000"/>
              <a:gd name="connsiteX6" fmla="*/ 0 w 2702277"/>
              <a:gd name="connsiteY6" fmla="*/ 2124000 h 21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2277" h="2124000">
                <a:moveTo>
                  <a:pt x="0" y="0"/>
                </a:moveTo>
                <a:lnTo>
                  <a:pt x="2340000" y="0"/>
                </a:lnTo>
                <a:lnTo>
                  <a:pt x="2340000" y="851880"/>
                </a:lnTo>
                <a:lnTo>
                  <a:pt x="2702277" y="1062001"/>
                </a:lnTo>
                <a:lnTo>
                  <a:pt x="2340000" y="1272121"/>
                </a:lnTo>
                <a:lnTo>
                  <a:pt x="2340000" y="2124000"/>
                </a:lnTo>
                <a:lnTo>
                  <a:pt x="0" y="2124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9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123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65" r:id="rId11"/>
    <p:sldLayoutId id="2147483679" r:id="rId12"/>
    <p:sldLayoutId id="2147483683" r:id="rId13"/>
    <p:sldLayoutId id="2147483681" r:id="rId14"/>
    <p:sldLayoutId id="2147483682" r:id="rId15"/>
    <p:sldLayoutId id="214748368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2767697-BAFA-4104-96A6-C3D279C026CB}"/>
              </a:ext>
            </a:extLst>
          </p:cNvPr>
          <p:cNvSpPr/>
          <p:nvPr/>
        </p:nvSpPr>
        <p:spPr>
          <a:xfrm rot="10800000" flipH="1">
            <a:off x="0" y="-1"/>
            <a:ext cx="6068041" cy="6858000"/>
          </a:xfrm>
          <a:custGeom>
            <a:avLst/>
            <a:gdLst>
              <a:gd name="connsiteX0" fmla="*/ 1301604 w 6068041"/>
              <a:gd name="connsiteY0" fmla="*/ 6858000 h 6858000"/>
              <a:gd name="connsiteX1" fmla="*/ 4400982 w 6068041"/>
              <a:gd name="connsiteY1" fmla="*/ 6858000 h 6858000"/>
              <a:gd name="connsiteX2" fmla="*/ 6068041 w 6068041"/>
              <a:gd name="connsiteY2" fmla="*/ 5069335 h 6858000"/>
              <a:gd name="connsiteX3" fmla="*/ 1343355 w 6068041"/>
              <a:gd name="connsiteY3" fmla="*/ 0 h 6858000"/>
              <a:gd name="connsiteX4" fmla="*/ 0 w 6068041"/>
              <a:gd name="connsiteY4" fmla="*/ 0 h 6858000"/>
              <a:gd name="connsiteX5" fmla="*/ 0 w 6068041"/>
              <a:gd name="connsiteY5" fmla="*/ 1884119 h 6858000"/>
              <a:gd name="connsiteX6" fmla="*/ 2968663 w 6068041"/>
              <a:gd name="connsiteY6" fmla="*/ 50693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68041" h="6858000">
                <a:moveTo>
                  <a:pt x="1301604" y="6858000"/>
                </a:moveTo>
                <a:lnTo>
                  <a:pt x="4400982" y="6858000"/>
                </a:lnTo>
                <a:lnTo>
                  <a:pt x="6068041" y="5069335"/>
                </a:lnTo>
                <a:lnTo>
                  <a:pt x="1343355" y="0"/>
                </a:lnTo>
                <a:lnTo>
                  <a:pt x="0" y="0"/>
                </a:lnTo>
                <a:lnTo>
                  <a:pt x="0" y="1884119"/>
                </a:lnTo>
                <a:lnTo>
                  <a:pt x="2968663" y="5069335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591BCC6-3338-45D1-8148-6E358E0A2781}"/>
              </a:ext>
            </a:extLst>
          </p:cNvPr>
          <p:cNvSpPr/>
          <p:nvPr/>
        </p:nvSpPr>
        <p:spPr>
          <a:xfrm rot="10800000" flipH="1">
            <a:off x="0" y="-1"/>
            <a:ext cx="4536138" cy="6655698"/>
          </a:xfrm>
          <a:custGeom>
            <a:avLst/>
            <a:gdLst>
              <a:gd name="connsiteX0" fmla="*/ 0 w 4536138"/>
              <a:gd name="connsiteY0" fmla="*/ 6655698 h 6655698"/>
              <a:gd name="connsiteX1" fmla="*/ 2869079 w 4536138"/>
              <a:gd name="connsiteY1" fmla="*/ 6655698 h 6655698"/>
              <a:gd name="connsiteX2" fmla="*/ 4536138 w 4536138"/>
              <a:gd name="connsiteY2" fmla="*/ 4867033 h 6655698"/>
              <a:gd name="connsiteX3" fmla="*/ 0 w 4536138"/>
              <a:gd name="connsiteY3" fmla="*/ 0 h 6655698"/>
              <a:gd name="connsiteX4" fmla="*/ 0 w 4536138"/>
              <a:gd name="connsiteY4" fmla="*/ 3325467 h 6655698"/>
              <a:gd name="connsiteX5" fmla="*/ 1436760 w 4536138"/>
              <a:gd name="connsiteY5" fmla="*/ 4867033 h 6655698"/>
              <a:gd name="connsiteX6" fmla="*/ 0 w 4536138"/>
              <a:gd name="connsiteY6" fmla="*/ 6408599 h 665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6138" h="6655698">
                <a:moveTo>
                  <a:pt x="0" y="6655698"/>
                </a:moveTo>
                <a:lnTo>
                  <a:pt x="2869079" y="6655698"/>
                </a:lnTo>
                <a:lnTo>
                  <a:pt x="4536138" y="4867033"/>
                </a:lnTo>
                <a:lnTo>
                  <a:pt x="0" y="0"/>
                </a:lnTo>
                <a:lnTo>
                  <a:pt x="0" y="3325467"/>
                </a:lnTo>
                <a:lnTo>
                  <a:pt x="1436760" y="4867033"/>
                </a:lnTo>
                <a:lnTo>
                  <a:pt x="0" y="6408599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F939AFA-8410-4304-B078-18875C4B14D2}"/>
              </a:ext>
            </a:extLst>
          </p:cNvPr>
          <p:cNvSpPr/>
          <p:nvPr/>
        </p:nvSpPr>
        <p:spPr>
          <a:xfrm rot="10800000" flipH="1">
            <a:off x="0" y="-1"/>
            <a:ext cx="3004233" cy="5012046"/>
          </a:xfrm>
          <a:custGeom>
            <a:avLst/>
            <a:gdLst>
              <a:gd name="connsiteX0" fmla="*/ 0 w 3004233"/>
              <a:gd name="connsiteY0" fmla="*/ 5012046 h 5012046"/>
              <a:gd name="connsiteX1" fmla="*/ 1337174 w 3004233"/>
              <a:gd name="connsiteY1" fmla="*/ 5012046 h 5012046"/>
              <a:gd name="connsiteX2" fmla="*/ 3004233 w 3004233"/>
              <a:gd name="connsiteY2" fmla="*/ 3223381 h 5012046"/>
              <a:gd name="connsiteX3" fmla="*/ 0 w 3004233"/>
              <a:gd name="connsiteY3" fmla="*/ 0 h 501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4233" h="5012046">
                <a:moveTo>
                  <a:pt x="0" y="5012046"/>
                </a:moveTo>
                <a:lnTo>
                  <a:pt x="1337174" y="5012046"/>
                </a:lnTo>
                <a:lnTo>
                  <a:pt x="3004233" y="32233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70D55-8FF6-40DA-9EA1-48105DE61A65}"/>
              </a:ext>
            </a:extLst>
          </p:cNvPr>
          <p:cNvSpPr txBox="1"/>
          <p:nvPr/>
        </p:nvSpPr>
        <p:spPr>
          <a:xfrm>
            <a:off x="586769" y="604351"/>
            <a:ext cx="898524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</a:rPr>
              <a:t>红杉商业 </a:t>
            </a:r>
            <a:r>
              <a:rPr lang="en-US" altLang="zh-CN" sz="7200" dirty="0">
                <a:solidFill>
                  <a:schemeClr val="bg1"/>
                </a:solidFill>
              </a:rPr>
              <a:t>· </a:t>
            </a:r>
            <a:r>
              <a:rPr lang="zh-CN" altLang="en-US" sz="7200" dirty="0">
                <a:solidFill>
                  <a:schemeClr val="bg1"/>
                </a:solidFill>
              </a:rPr>
              <a:t>佣金制度</a:t>
            </a:r>
            <a:endParaRPr lang="ko-KR" altLang="en-US" sz="72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D1D8F-569C-44D9-AD24-D01A5DB499A1}"/>
              </a:ext>
            </a:extLst>
          </p:cNvPr>
          <p:cNvSpPr txBox="1"/>
          <p:nvPr/>
        </p:nvSpPr>
        <p:spPr>
          <a:xfrm>
            <a:off x="586768" y="2351746"/>
            <a:ext cx="898524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i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为商业贷款专业人士量身打造的创新方案</a:t>
            </a:r>
            <a:endParaRPr lang="ko-KR" altLang="en-US" sz="2800" i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95599-BF97-4BCB-9369-5B1DC46E6081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3AE666F-F4D8-BBE0-E7F7-A7EC68025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33" y="5468339"/>
            <a:ext cx="2589419" cy="106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6B91B93-95C2-491F-9023-3ADAC361D70E}"/>
              </a:ext>
            </a:extLst>
          </p:cNvPr>
          <p:cNvGrpSpPr/>
          <p:nvPr/>
        </p:nvGrpSpPr>
        <p:grpSpPr>
          <a:xfrm rot="10800000">
            <a:off x="4438650" y="302113"/>
            <a:ext cx="7600950" cy="1250874"/>
            <a:chOff x="2203174" y="4452730"/>
            <a:chExt cx="8540094" cy="1391478"/>
          </a:xfrm>
          <a:solidFill>
            <a:schemeClr val="accent2">
              <a:alpha val="7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5B63EDC-9839-4591-8DBA-4C62F3F2E2DE}"/>
                </a:ext>
              </a:extLst>
            </p:cNvPr>
            <p:cNvSpPr/>
            <p:nvPr/>
          </p:nvSpPr>
          <p:spPr>
            <a:xfrm>
              <a:off x="3266661" y="4452730"/>
              <a:ext cx="6450031" cy="1391478"/>
            </a:xfrm>
            <a:custGeom>
              <a:avLst/>
              <a:gdLst>
                <a:gd name="connsiteX0" fmla="*/ 0 w 7172739"/>
                <a:gd name="connsiteY0" fmla="*/ 0 h 1391478"/>
                <a:gd name="connsiteX1" fmla="*/ 6477000 w 7172739"/>
                <a:gd name="connsiteY1" fmla="*/ 0 h 1391478"/>
                <a:gd name="connsiteX2" fmla="*/ 7172739 w 7172739"/>
                <a:gd name="connsiteY2" fmla="*/ 695739 h 1391478"/>
                <a:gd name="connsiteX3" fmla="*/ 6477000 w 7172739"/>
                <a:gd name="connsiteY3" fmla="*/ 1391478 h 1391478"/>
                <a:gd name="connsiteX4" fmla="*/ 0 w 7172739"/>
                <a:gd name="connsiteY4" fmla="*/ 1391478 h 1391478"/>
                <a:gd name="connsiteX5" fmla="*/ 695739 w 7172739"/>
                <a:gd name="connsiteY5" fmla="*/ 695739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72739" h="1391478">
                  <a:moveTo>
                    <a:pt x="0" y="0"/>
                  </a:moveTo>
                  <a:lnTo>
                    <a:pt x="6477000" y="0"/>
                  </a:lnTo>
                  <a:lnTo>
                    <a:pt x="7172739" y="695739"/>
                  </a:lnTo>
                  <a:lnTo>
                    <a:pt x="6477000" y="1391478"/>
                  </a:lnTo>
                  <a:lnTo>
                    <a:pt x="0" y="1391478"/>
                  </a:lnTo>
                  <a:lnTo>
                    <a:pt x="695739" y="695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ucida Sans" panose="020B0602030504020204" pitchFamily="34" charset="0"/>
              </a:endParaRPr>
            </a:p>
          </p:txBody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455EFB1B-2616-41E5-9A82-BA9C978A91BA}"/>
                </a:ext>
              </a:extLst>
            </p:cNvPr>
            <p:cNvSpPr/>
            <p:nvPr/>
          </p:nvSpPr>
          <p:spPr>
            <a:xfrm>
              <a:off x="9227060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4F3A7277-EDFE-45A9-A8D5-00F70C8413F0}"/>
                </a:ext>
              </a:extLst>
            </p:cNvPr>
            <p:cNvSpPr/>
            <p:nvPr/>
          </p:nvSpPr>
          <p:spPr>
            <a:xfrm>
              <a:off x="9740348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CEDDA8C0-FD1F-4E3B-B8A5-6E3BF06C64A3}"/>
                </a:ext>
              </a:extLst>
            </p:cNvPr>
            <p:cNvSpPr/>
            <p:nvPr/>
          </p:nvSpPr>
          <p:spPr>
            <a:xfrm>
              <a:off x="2203174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AAEFB0F5-1F65-4214-A966-DD7FF4A581F4}"/>
                </a:ext>
              </a:extLst>
            </p:cNvPr>
            <p:cNvSpPr/>
            <p:nvPr/>
          </p:nvSpPr>
          <p:spPr>
            <a:xfrm>
              <a:off x="2716463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591A18A-7559-4485-BC2C-6ACBBA9F87DF}"/>
              </a:ext>
            </a:extLst>
          </p:cNvPr>
          <p:cNvSpPr txBox="1"/>
          <p:nvPr/>
        </p:nvSpPr>
        <p:spPr>
          <a:xfrm>
            <a:off x="6527436" y="1970076"/>
            <a:ext cx="4661840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推荐佣金</a:t>
            </a:r>
            <a:endParaRPr lang="ko-KR" altLang="en-US" sz="27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3BD7D-EEC6-41FC-867D-95F2B71346B3}"/>
              </a:ext>
            </a:extLst>
          </p:cNvPr>
          <p:cNvSpPr txBox="1"/>
          <p:nvPr/>
        </p:nvSpPr>
        <p:spPr>
          <a:xfrm>
            <a:off x="5769612" y="1775380"/>
            <a:ext cx="981106" cy="7775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01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9CA3D-1245-4812-BE2C-A17717D31459}"/>
              </a:ext>
            </a:extLst>
          </p:cNvPr>
          <p:cNvSpPr txBox="1"/>
          <p:nvPr/>
        </p:nvSpPr>
        <p:spPr>
          <a:xfrm>
            <a:off x="6527436" y="2867299"/>
            <a:ext cx="4661840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个人佣金</a:t>
            </a:r>
            <a:endParaRPr lang="ko-KR" altLang="en-US" sz="27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7DDE9-FE7C-4B7E-A047-E092B6A88859}"/>
              </a:ext>
            </a:extLst>
          </p:cNvPr>
          <p:cNvSpPr txBox="1"/>
          <p:nvPr/>
        </p:nvSpPr>
        <p:spPr>
          <a:xfrm>
            <a:off x="5769612" y="2672603"/>
            <a:ext cx="981106" cy="7775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02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757E4-1723-4073-9FC5-1D351F20A151}"/>
              </a:ext>
            </a:extLst>
          </p:cNvPr>
          <p:cNvSpPr txBox="1"/>
          <p:nvPr/>
        </p:nvSpPr>
        <p:spPr>
          <a:xfrm>
            <a:off x="6545946" y="3777665"/>
            <a:ext cx="4661840" cy="95410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收入分成</a:t>
            </a:r>
            <a:endParaRPr lang="en-US" altLang="zh-CN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（层级收益）</a:t>
            </a:r>
            <a:endParaRPr lang="ko-KR" altLang="en-US" sz="20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9AF74-CA02-49F9-88D7-98D77F70D10F}"/>
              </a:ext>
            </a:extLst>
          </p:cNvPr>
          <p:cNvSpPr txBox="1"/>
          <p:nvPr/>
        </p:nvSpPr>
        <p:spPr>
          <a:xfrm>
            <a:off x="5788122" y="3582969"/>
            <a:ext cx="981106" cy="7775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03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3DF382-44DD-45C3-9704-34E8893BC3AC}"/>
              </a:ext>
            </a:extLst>
          </p:cNvPr>
          <p:cNvSpPr txBox="1"/>
          <p:nvPr/>
        </p:nvSpPr>
        <p:spPr>
          <a:xfrm>
            <a:off x="6563038" y="4780862"/>
            <a:ext cx="4661840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奖金池</a:t>
            </a:r>
            <a:endParaRPr lang="ko-KR" altLang="en-US" sz="27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1BD74-B8C0-4D62-99FC-2DBC909A434D}"/>
              </a:ext>
            </a:extLst>
          </p:cNvPr>
          <p:cNvSpPr txBox="1"/>
          <p:nvPr/>
        </p:nvSpPr>
        <p:spPr>
          <a:xfrm>
            <a:off x="5788122" y="4571899"/>
            <a:ext cx="981106" cy="7775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04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C12F7-AE9B-40D2-A6C4-2F1B6BC860EE}"/>
              </a:ext>
            </a:extLst>
          </p:cNvPr>
          <p:cNvSpPr txBox="1"/>
          <p:nvPr/>
        </p:nvSpPr>
        <p:spPr>
          <a:xfrm>
            <a:off x="5883911" y="485720"/>
            <a:ext cx="52302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佣金制度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CE440AA-7EC9-4E43-42CC-36DF5EBBA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6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F0169FE-9207-49B6-88E2-24A422BA7E35}"/>
              </a:ext>
            </a:extLst>
          </p:cNvPr>
          <p:cNvGrpSpPr/>
          <p:nvPr/>
        </p:nvGrpSpPr>
        <p:grpSpPr>
          <a:xfrm rot="10800000">
            <a:off x="1948369" y="257130"/>
            <a:ext cx="7600950" cy="1250874"/>
            <a:chOff x="2203174" y="4452730"/>
            <a:chExt cx="8540094" cy="1391478"/>
          </a:xfrm>
          <a:solidFill>
            <a:schemeClr val="accent2">
              <a:alpha val="7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E8B188-D64E-49B7-AEA8-AAAE7DAC8102}"/>
                </a:ext>
              </a:extLst>
            </p:cNvPr>
            <p:cNvSpPr/>
            <p:nvPr/>
          </p:nvSpPr>
          <p:spPr>
            <a:xfrm>
              <a:off x="3266661" y="4452730"/>
              <a:ext cx="6450031" cy="1391478"/>
            </a:xfrm>
            <a:custGeom>
              <a:avLst/>
              <a:gdLst>
                <a:gd name="connsiteX0" fmla="*/ 0 w 7172739"/>
                <a:gd name="connsiteY0" fmla="*/ 0 h 1391478"/>
                <a:gd name="connsiteX1" fmla="*/ 6477000 w 7172739"/>
                <a:gd name="connsiteY1" fmla="*/ 0 h 1391478"/>
                <a:gd name="connsiteX2" fmla="*/ 7172739 w 7172739"/>
                <a:gd name="connsiteY2" fmla="*/ 695739 h 1391478"/>
                <a:gd name="connsiteX3" fmla="*/ 6477000 w 7172739"/>
                <a:gd name="connsiteY3" fmla="*/ 1391478 h 1391478"/>
                <a:gd name="connsiteX4" fmla="*/ 0 w 7172739"/>
                <a:gd name="connsiteY4" fmla="*/ 1391478 h 1391478"/>
                <a:gd name="connsiteX5" fmla="*/ 695739 w 7172739"/>
                <a:gd name="connsiteY5" fmla="*/ 695739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72739" h="1391478">
                  <a:moveTo>
                    <a:pt x="0" y="0"/>
                  </a:moveTo>
                  <a:lnTo>
                    <a:pt x="6477000" y="0"/>
                  </a:lnTo>
                  <a:lnTo>
                    <a:pt x="7172739" y="695739"/>
                  </a:lnTo>
                  <a:lnTo>
                    <a:pt x="6477000" y="1391478"/>
                  </a:lnTo>
                  <a:lnTo>
                    <a:pt x="0" y="1391478"/>
                  </a:lnTo>
                  <a:lnTo>
                    <a:pt x="695739" y="695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ucida Sans" panose="020B0602030504020204" pitchFamily="34" charset="0"/>
              </a:endParaRP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4610898-C54C-4258-878C-B0CF860C4285}"/>
                </a:ext>
              </a:extLst>
            </p:cNvPr>
            <p:cNvSpPr/>
            <p:nvPr/>
          </p:nvSpPr>
          <p:spPr>
            <a:xfrm>
              <a:off x="9227060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6321F14D-7F7F-4069-8692-D98DDDD675CC}"/>
                </a:ext>
              </a:extLst>
            </p:cNvPr>
            <p:cNvSpPr/>
            <p:nvPr/>
          </p:nvSpPr>
          <p:spPr>
            <a:xfrm>
              <a:off x="9740348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2A85CE99-4132-43E5-B6E8-EA5DDE9223E8}"/>
                </a:ext>
              </a:extLst>
            </p:cNvPr>
            <p:cNvSpPr/>
            <p:nvPr/>
          </p:nvSpPr>
          <p:spPr>
            <a:xfrm>
              <a:off x="2203174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BD669EDF-8711-4A26-B9C2-77E7C372EAC4}"/>
                </a:ext>
              </a:extLst>
            </p:cNvPr>
            <p:cNvSpPr/>
            <p:nvPr/>
          </p:nvSpPr>
          <p:spPr>
            <a:xfrm>
              <a:off x="2716463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C5785E5-E343-4372-801A-DBC1D253C837}"/>
              </a:ext>
            </a:extLst>
          </p:cNvPr>
          <p:cNvSpPr txBox="1"/>
          <p:nvPr/>
        </p:nvSpPr>
        <p:spPr>
          <a:xfrm>
            <a:off x="3399686" y="497845"/>
            <a:ext cx="493246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佣金案例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grpSp>
        <p:nvGrpSpPr>
          <p:cNvPr id="148" name="Google Shape;329;p50"/>
          <p:cNvGrpSpPr/>
          <p:nvPr/>
        </p:nvGrpSpPr>
        <p:grpSpPr>
          <a:xfrm>
            <a:off x="289688" y="4348264"/>
            <a:ext cx="11535418" cy="1235413"/>
            <a:chOff x="250700" y="3238048"/>
            <a:chExt cx="8635800" cy="740400"/>
          </a:xfrm>
        </p:grpSpPr>
        <p:sp>
          <p:nvSpPr>
            <p:cNvPr id="149" name="Google Shape;330;p50"/>
            <p:cNvSpPr/>
            <p:nvPr/>
          </p:nvSpPr>
          <p:spPr>
            <a:xfrm>
              <a:off x="250700" y="3238048"/>
              <a:ext cx="8635800" cy="740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31;p50"/>
            <p:cNvSpPr txBox="1"/>
            <p:nvPr/>
          </p:nvSpPr>
          <p:spPr>
            <a:xfrm>
              <a:off x="314850" y="3366150"/>
              <a:ext cx="85143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altLang="en-US" sz="40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应付佣金 </a:t>
              </a:r>
              <a:r>
                <a:rPr lang="en" sz="40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= $14,000</a:t>
              </a:r>
              <a:endParaRPr sz="4000" b="1" dirty="0">
                <a:solidFill>
                  <a:srgbClr val="FFC200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" name="Google Shape;332;p50">
            <a:extLst>
              <a:ext uri="{FF2B5EF4-FFF2-40B4-BE49-F238E27FC236}">
                <a16:creationId xmlns:a16="http://schemas.microsoft.com/office/drawing/2014/main" id="{FBA9DB30-9073-9A76-DA60-538CF4BB0954}"/>
              </a:ext>
            </a:extLst>
          </p:cNvPr>
          <p:cNvGrpSpPr/>
          <p:nvPr/>
        </p:nvGrpSpPr>
        <p:grpSpPr>
          <a:xfrm>
            <a:off x="1974007" y="2340477"/>
            <a:ext cx="1471019" cy="1594497"/>
            <a:chOff x="311700" y="1677031"/>
            <a:chExt cx="1185600" cy="1013125"/>
          </a:xfrm>
        </p:grpSpPr>
        <p:sp>
          <p:nvSpPr>
            <p:cNvPr id="3" name="Google Shape;333;p50">
              <a:extLst>
                <a:ext uri="{FF2B5EF4-FFF2-40B4-BE49-F238E27FC236}">
                  <a16:creationId xmlns:a16="http://schemas.microsoft.com/office/drawing/2014/main" id="{A7CE11C4-A719-71F4-4EB0-86730CA91742}"/>
                </a:ext>
              </a:extLst>
            </p:cNvPr>
            <p:cNvSpPr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4" name="Google Shape;334;p50">
              <a:extLst>
                <a:ext uri="{FF2B5EF4-FFF2-40B4-BE49-F238E27FC236}">
                  <a16:creationId xmlns:a16="http://schemas.microsoft.com/office/drawing/2014/main" id="{D96FF702-8E7D-9824-8D8F-4555201FCC55}"/>
                </a:ext>
              </a:extLst>
            </p:cNvPr>
            <p:cNvSpPr/>
            <p:nvPr/>
          </p:nvSpPr>
          <p:spPr>
            <a:xfrm>
              <a:off x="311700" y="2205945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5" name="Google Shape;335;p50">
              <a:extLst>
                <a:ext uri="{FF2B5EF4-FFF2-40B4-BE49-F238E27FC236}">
                  <a16:creationId xmlns:a16="http://schemas.microsoft.com/office/drawing/2014/main" id="{58646593-D88F-B99D-1996-AA9549B10ED0}"/>
                </a:ext>
              </a:extLst>
            </p:cNvPr>
            <p:cNvSpPr txBox="1"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贷款金额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336;p50">
              <a:extLst>
                <a:ext uri="{FF2B5EF4-FFF2-40B4-BE49-F238E27FC236}">
                  <a16:creationId xmlns:a16="http://schemas.microsoft.com/office/drawing/2014/main" id="{DB4F05E0-3CC2-56FB-D140-A496244250A6}"/>
                </a:ext>
              </a:extLst>
            </p:cNvPr>
            <p:cNvSpPr txBox="1"/>
            <p:nvPr/>
          </p:nvSpPr>
          <p:spPr>
            <a:xfrm>
              <a:off x="311700" y="2205956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$1,000,000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" name="Google Shape;332;p50">
            <a:extLst>
              <a:ext uri="{FF2B5EF4-FFF2-40B4-BE49-F238E27FC236}">
                <a16:creationId xmlns:a16="http://schemas.microsoft.com/office/drawing/2014/main" id="{F943B5DF-95E4-B51F-9886-297CC2BDA6FE}"/>
              </a:ext>
            </a:extLst>
          </p:cNvPr>
          <p:cNvGrpSpPr/>
          <p:nvPr/>
        </p:nvGrpSpPr>
        <p:grpSpPr>
          <a:xfrm>
            <a:off x="3637601" y="2340459"/>
            <a:ext cx="1471019" cy="1594497"/>
            <a:chOff x="311700" y="1677031"/>
            <a:chExt cx="1185600" cy="1013125"/>
          </a:xfrm>
        </p:grpSpPr>
        <p:sp>
          <p:nvSpPr>
            <p:cNvPr id="8" name="Google Shape;333;p50">
              <a:extLst>
                <a:ext uri="{FF2B5EF4-FFF2-40B4-BE49-F238E27FC236}">
                  <a16:creationId xmlns:a16="http://schemas.microsoft.com/office/drawing/2014/main" id="{CC90BA93-3FD2-A906-75AB-2B2F76EF1CC3}"/>
                </a:ext>
              </a:extLst>
            </p:cNvPr>
            <p:cNvSpPr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9" name="Google Shape;334;p50">
              <a:extLst>
                <a:ext uri="{FF2B5EF4-FFF2-40B4-BE49-F238E27FC236}">
                  <a16:creationId xmlns:a16="http://schemas.microsoft.com/office/drawing/2014/main" id="{188E92D7-01F5-6A21-C45B-089B23BCBBBC}"/>
                </a:ext>
              </a:extLst>
            </p:cNvPr>
            <p:cNvSpPr/>
            <p:nvPr/>
          </p:nvSpPr>
          <p:spPr>
            <a:xfrm>
              <a:off x="311700" y="2205945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10" name="Google Shape;335;p50">
              <a:extLst>
                <a:ext uri="{FF2B5EF4-FFF2-40B4-BE49-F238E27FC236}">
                  <a16:creationId xmlns:a16="http://schemas.microsoft.com/office/drawing/2014/main" id="{92AD8EA4-CEBD-E092-23AB-DB7F3DB2AC00}"/>
                </a:ext>
              </a:extLst>
            </p:cNvPr>
            <p:cNvSpPr txBox="1"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收费点数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336;p50">
              <a:extLst>
                <a:ext uri="{FF2B5EF4-FFF2-40B4-BE49-F238E27FC236}">
                  <a16:creationId xmlns:a16="http://schemas.microsoft.com/office/drawing/2014/main" id="{A5E6101A-078F-A69E-4CD8-00CA1569B93F}"/>
                </a:ext>
              </a:extLst>
            </p:cNvPr>
            <p:cNvSpPr txBox="1"/>
            <p:nvPr/>
          </p:nvSpPr>
          <p:spPr>
            <a:xfrm>
              <a:off x="311700" y="2205956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2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" name="Google Shape;332;p50">
            <a:extLst>
              <a:ext uri="{FF2B5EF4-FFF2-40B4-BE49-F238E27FC236}">
                <a16:creationId xmlns:a16="http://schemas.microsoft.com/office/drawing/2014/main" id="{2478117F-31EB-6959-ED8B-4B0E9FBD54AF}"/>
              </a:ext>
            </a:extLst>
          </p:cNvPr>
          <p:cNvGrpSpPr/>
          <p:nvPr/>
        </p:nvGrpSpPr>
        <p:grpSpPr>
          <a:xfrm>
            <a:off x="5328096" y="2340459"/>
            <a:ext cx="1471019" cy="1594497"/>
            <a:chOff x="311700" y="1677031"/>
            <a:chExt cx="1185600" cy="1013125"/>
          </a:xfrm>
        </p:grpSpPr>
        <p:sp>
          <p:nvSpPr>
            <p:cNvPr id="20" name="Google Shape;333;p50">
              <a:extLst>
                <a:ext uri="{FF2B5EF4-FFF2-40B4-BE49-F238E27FC236}">
                  <a16:creationId xmlns:a16="http://schemas.microsoft.com/office/drawing/2014/main" id="{82113C79-46A7-A3FB-72B6-14BD84FD6626}"/>
                </a:ext>
              </a:extLst>
            </p:cNvPr>
            <p:cNvSpPr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21" name="Google Shape;334;p50">
              <a:extLst>
                <a:ext uri="{FF2B5EF4-FFF2-40B4-BE49-F238E27FC236}">
                  <a16:creationId xmlns:a16="http://schemas.microsoft.com/office/drawing/2014/main" id="{5DE5DE09-AC20-3924-BCA4-69503A78F84A}"/>
                </a:ext>
              </a:extLst>
            </p:cNvPr>
            <p:cNvSpPr/>
            <p:nvPr/>
          </p:nvSpPr>
          <p:spPr>
            <a:xfrm>
              <a:off x="311700" y="2205945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22" name="Google Shape;335;p50">
              <a:extLst>
                <a:ext uri="{FF2B5EF4-FFF2-40B4-BE49-F238E27FC236}">
                  <a16:creationId xmlns:a16="http://schemas.microsoft.com/office/drawing/2014/main" id="{645311AC-6F12-9DD1-B418-6E064B8CC21A}"/>
                </a:ext>
              </a:extLst>
            </p:cNvPr>
            <p:cNvSpPr txBox="1"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总佣金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336;p50">
              <a:extLst>
                <a:ext uri="{FF2B5EF4-FFF2-40B4-BE49-F238E27FC236}">
                  <a16:creationId xmlns:a16="http://schemas.microsoft.com/office/drawing/2014/main" id="{30E3A71A-46EE-5962-34A8-875406FB8B06}"/>
                </a:ext>
              </a:extLst>
            </p:cNvPr>
            <p:cNvSpPr txBox="1"/>
            <p:nvPr/>
          </p:nvSpPr>
          <p:spPr>
            <a:xfrm>
              <a:off x="311700" y="2205956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$20,000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" name="Google Shape;332;p50">
            <a:extLst>
              <a:ext uri="{FF2B5EF4-FFF2-40B4-BE49-F238E27FC236}">
                <a16:creationId xmlns:a16="http://schemas.microsoft.com/office/drawing/2014/main" id="{BF0E4D94-E5E7-C5DB-3504-E315493F78A0}"/>
              </a:ext>
            </a:extLst>
          </p:cNvPr>
          <p:cNvGrpSpPr/>
          <p:nvPr/>
        </p:nvGrpSpPr>
        <p:grpSpPr>
          <a:xfrm>
            <a:off x="6981134" y="2340441"/>
            <a:ext cx="1471019" cy="1594497"/>
            <a:chOff x="311700" y="1677031"/>
            <a:chExt cx="1185600" cy="1013125"/>
          </a:xfrm>
        </p:grpSpPr>
        <p:sp>
          <p:nvSpPr>
            <p:cNvPr id="25" name="Google Shape;333;p50">
              <a:extLst>
                <a:ext uri="{FF2B5EF4-FFF2-40B4-BE49-F238E27FC236}">
                  <a16:creationId xmlns:a16="http://schemas.microsoft.com/office/drawing/2014/main" id="{5DB6B4C8-1D9C-E081-8F9A-BB3404BE0C4A}"/>
                </a:ext>
              </a:extLst>
            </p:cNvPr>
            <p:cNvSpPr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26" name="Google Shape;334;p50">
              <a:extLst>
                <a:ext uri="{FF2B5EF4-FFF2-40B4-BE49-F238E27FC236}">
                  <a16:creationId xmlns:a16="http://schemas.microsoft.com/office/drawing/2014/main" id="{FFCDDEF6-46B9-3F66-B495-C1EAC83688F7}"/>
                </a:ext>
              </a:extLst>
            </p:cNvPr>
            <p:cNvSpPr/>
            <p:nvPr/>
          </p:nvSpPr>
          <p:spPr>
            <a:xfrm>
              <a:off x="311700" y="2205945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27" name="Google Shape;335;p50">
              <a:extLst>
                <a:ext uri="{FF2B5EF4-FFF2-40B4-BE49-F238E27FC236}">
                  <a16:creationId xmlns:a16="http://schemas.microsoft.com/office/drawing/2014/main" id="{D5B85FAC-2ED3-7940-8E91-C573F59361FD}"/>
                </a:ext>
              </a:extLst>
            </p:cNvPr>
            <p:cNvSpPr txBox="1"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红杉运营成本</a:t>
              </a:r>
              <a:r>
                <a:rPr lang="en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(30%)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Google Shape;336;p50">
              <a:extLst>
                <a:ext uri="{FF2B5EF4-FFF2-40B4-BE49-F238E27FC236}">
                  <a16:creationId xmlns:a16="http://schemas.microsoft.com/office/drawing/2014/main" id="{0FEF47A3-2DA3-B4C7-9B36-4AEDE0F3BDB2}"/>
                </a:ext>
              </a:extLst>
            </p:cNvPr>
            <p:cNvSpPr txBox="1"/>
            <p:nvPr/>
          </p:nvSpPr>
          <p:spPr>
            <a:xfrm>
              <a:off x="311700" y="2205956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$6,000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" name="Google Shape;332;p50">
            <a:extLst>
              <a:ext uri="{FF2B5EF4-FFF2-40B4-BE49-F238E27FC236}">
                <a16:creationId xmlns:a16="http://schemas.microsoft.com/office/drawing/2014/main" id="{8355E32C-70E7-464E-DF89-FD5A6B781E3A}"/>
              </a:ext>
            </a:extLst>
          </p:cNvPr>
          <p:cNvGrpSpPr/>
          <p:nvPr/>
        </p:nvGrpSpPr>
        <p:grpSpPr>
          <a:xfrm>
            <a:off x="8671629" y="2340441"/>
            <a:ext cx="1471019" cy="1594497"/>
            <a:chOff x="311700" y="1677031"/>
            <a:chExt cx="1185600" cy="1013125"/>
          </a:xfrm>
        </p:grpSpPr>
        <p:sp>
          <p:nvSpPr>
            <p:cNvPr id="30" name="Google Shape;333;p50">
              <a:extLst>
                <a:ext uri="{FF2B5EF4-FFF2-40B4-BE49-F238E27FC236}">
                  <a16:creationId xmlns:a16="http://schemas.microsoft.com/office/drawing/2014/main" id="{D7005234-5677-D224-8470-7FFBBA0E3DA2}"/>
                </a:ext>
              </a:extLst>
            </p:cNvPr>
            <p:cNvSpPr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31" name="Google Shape;334;p50">
              <a:extLst>
                <a:ext uri="{FF2B5EF4-FFF2-40B4-BE49-F238E27FC236}">
                  <a16:creationId xmlns:a16="http://schemas.microsoft.com/office/drawing/2014/main" id="{0C3885CD-87A1-195A-A9A8-29B622A75A50}"/>
                </a:ext>
              </a:extLst>
            </p:cNvPr>
            <p:cNvSpPr/>
            <p:nvPr/>
          </p:nvSpPr>
          <p:spPr>
            <a:xfrm>
              <a:off x="311700" y="2205945"/>
              <a:ext cx="11856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ucida Sans" panose="020B0602030504020204" pitchFamily="34" charset="0"/>
              </a:endParaRPr>
            </a:p>
          </p:txBody>
        </p:sp>
        <p:sp>
          <p:nvSpPr>
            <p:cNvPr id="32" name="Google Shape;335;p50">
              <a:extLst>
                <a:ext uri="{FF2B5EF4-FFF2-40B4-BE49-F238E27FC236}">
                  <a16:creationId xmlns:a16="http://schemas.microsoft.com/office/drawing/2014/main" id="{9DC755B6-38B8-7B67-245F-41CA1841C231}"/>
                </a:ext>
              </a:extLst>
            </p:cNvPr>
            <p:cNvSpPr txBox="1"/>
            <p:nvPr/>
          </p:nvSpPr>
          <p:spPr>
            <a:xfrm>
              <a:off x="311700" y="1677031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净收入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" name="Google Shape;336;p50">
              <a:extLst>
                <a:ext uri="{FF2B5EF4-FFF2-40B4-BE49-F238E27FC236}">
                  <a16:creationId xmlns:a16="http://schemas.microsoft.com/office/drawing/2014/main" id="{C4D6EBBC-DF94-E511-B158-4322F7F13473}"/>
                </a:ext>
              </a:extLst>
            </p:cNvPr>
            <p:cNvSpPr txBox="1"/>
            <p:nvPr/>
          </p:nvSpPr>
          <p:spPr>
            <a:xfrm>
              <a:off x="311700" y="2205956"/>
              <a:ext cx="11856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$14,000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35" name="Picture 3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542E302-179C-9F7A-47DC-1985BA3A3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9DD805-802D-44BE-B991-EC24997F7FF3}"/>
              </a:ext>
            </a:extLst>
          </p:cNvPr>
          <p:cNvSpPr txBox="1"/>
          <p:nvPr/>
        </p:nvSpPr>
        <p:spPr>
          <a:xfrm>
            <a:off x="3911029" y="2496039"/>
            <a:ext cx="7981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红杉为新加入的贷款顾问（</a:t>
            </a:r>
            <a:r>
              <a:rPr lang="en-US" altLang="zh-CN" sz="1600" b="1" dirty="0">
                <a:solidFill>
                  <a:schemeClr val="bg1"/>
                </a:solidFill>
              </a:rPr>
              <a:t>LC</a:t>
            </a:r>
            <a:r>
              <a:rPr lang="zh-CN" altLang="en-US" sz="1600" b="1" dirty="0">
                <a:solidFill>
                  <a:schemeClr val="bg1"/>
                </a:solidFill>
              </a:rPr>
              <a:t>）提供慷慨的推荐奖励计划</a:t>
            </a:r>
            <a:br>
              <a:rPr lang="zh-CN" altLang="en-US" sz="1600" dirty="0">
                <a:solidFill>
                  <a:schemeClr val="bg1"/>
                </a:solidFill>
              </a:rPr>
            </a:br>
            <a:r>
              <a:rPr lang="zh-CN" altLang="en-US" sz="1600" dirty="0">
                <a:solidFill>
                  <a:schemeClr val="bg1"/>
                </a:solidFill>
              </a:rPr>
              <a:t>如果您暂时不打算深入参与项目，仅希望推荐客户给公司，即可享有 </a:t>
            </a:r>
            <a:r>
              <a:rPr lang="en-US" altLang="zh-CN" sz="1600" b="1" dirty="0">
                <a:solidFill>
                  <a:schemeClr val="bg1"/>
                </a:solidFill>
              </a:rPr>
              <a:t>23% </a:t>
            </a:r>
            <a:r>
              <a:rPr lang="zh-CN" altLang="en-US" sz="1600" b="1" dirty="0">
                <a:solidFill>
                  <a:schemeClr val="bg1"/>
                </a:solidFill>
              </a:rPr>
              <a:t>的推荐佣金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在前 </a:t>
            </a:r>
            <a:r>
              <a:rPr lang="zh-CN" altLang="en-US" sz="1600" b="1" dirty="0">
                <a:solidFill>
                  <a:schemeClr val="bg1"/>
                </a:solidFill>
              </a:rPr>
              <a:t>三笔交易</a:t>
            </a:r>
            <a:r>
              <a:rPr lang="zh-CN" altLang="en-US" sz="1600" dirty="0">
                <a:solidFill>
                  <a:schemeClr val="bg1"/>
                </a:solidFill>
              </a:rPr>
              <a:t> 中，贷款顾问（</a:t>
            </a:r>
            <a:r>
              <a:rPr lang="en-US" altLang="zh-CN" sz="1600" dirty="0">
                <a:solidFill>
                  <a:schemeClr val="bg1"/>
                </a:solidFill>
              </a:rPr>
              <a:t>LO</a:t>
            </a:r>
            <a:r>
              <a:rPr lang="zh-CN" altLang="en-US" sz="1600" dirty="0">
                <a:solidFill>
                  <a:schemeClr val="bg1"/>
                </a:solidFill>
              </a:rPr>
              <a:t>）需与一位贷款顾问导师配合，完成 </a:t>
            </a:r>
            <a:r>
              <a:rPr lang="zh-CN" altLang="en-US" sz="1600" b="1" dirty="0">
                <a:solidFill>
                  <a:schemeClr val="bg1"/>
                </a:solidFill>
              </a:rPr>
              <a:t>认证培训流程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107284-202D-4D0E-8C05-3F4364EACD94}"/>
              </a:ext>
            </a:extLst>
          </p:cNvPr>
          <p:cNvGrpSpPr/>
          <p:nvPr/>
        </p:nvGrpSpPr>
        <p:grpSpPr>
          <a:xfrm>
            <a:off x="6204313" y="214978"/>
            <a:ext cx="5908918" cy="2276642"/>
            <a:chOff x="4244163" y="1462106"/>
            <a:chExt cx="5285657" cy="227664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40AC5C-3116-4DAB-8F52-1A9CEB2927AF}"/>
                </a:ext>
              </a:extLst>
            </p:cNvPr>
            <p:cNvSpPr txBox="1"/>
            <p:nvPr/>
          </p:nvSpPr>
          <p:spPr>
            <a:xfrm>
              <a:off x="5792960" y="1462106"/>
              <a:ext cx="3736860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6000" dirty="0">
                  <a:solidFill>
                    <a:schemeClr val="accent2"/>
                  </a:solidFill>
                  <a:latin typeface="Arial Black" panose="020B0A04020102020204" pitchFamily="34" charset="0"/>
                  <a:cs typeface="Arial" pitchFamily="34" charset="0"/>
                </a:rPr>
                <a:t>EFERRAL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0F9E51-7DC1-4198-9CE2-B5836B6D0D35}"/>
                </a:ext>
              </a:extLst>
            </p:cNvPr>
            <p:cNvSpPr txBox="1"/>
            <p:nvPr/>
          </p:nvSpPr>
          <p:spPr>
            <a:xfrm>
              <a:off x="5792959" y="2681288"/>
              <a:ext cx="3736861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4000" b="1" dirty="0">
                  <a:solidFill>
                    <a:schemeClr val="accent4"/>
                  </a:solidFill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COMMISSION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B74E03-AD7B-4F32-89FC-06147EFF4CED}"/>
                </a:ext>
              </a:extLst>
            </p:cNvPr>
            <p:cNvSpPr txBox="1"/>
            <p:nvPr/>
          </p:nvSpPr>
          <p:spPr>
            <a:xfrm>
              <a:off x="4244163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3000" b="1" dirty="0">
                  <a:solidFill>
                    <a:schemeClr val="accent2"/>
                  </a:solidFill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R</a:t>
              </a:r>
            </a:p>
          </p:txBody>
        </p:sp>
      </p:grpSp>
      <p:grpSp>
        <p:nvGrpSpPr>
          <p:cNvPr id="8" name="Google Shape;536;p56"/>
          <p:cNvGrpSpPr/>
          <p:nvPr/>
        </p:nvGrpSpPr>
        <p:grpSpPr>
          <a:xfrm>
            <a:off x="3984182" y="4191565"/>
            <a:ext cx="7251265" cy="519789"/>
            <a:chOff x="946362" y="2351475"/>
            <a:chExt cx="7251265" cy="519789"/>
          </a:xfrm>
        </p:grpSpPr>
        <p:sp>
          <p:nvSpPr>
            <p:cNvPr id="9" name="Google Shape;537;p56"/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0" name="Google Shape;538;p56"/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1" name="Google Shape;539;p56"/>
            <p:cNvSpPr txBox="1"/>
            <p:nvPr/>
          </p:nvSpPr>
          <p:spPr>
            <a:xfrm>
              <a:off x="1592312" y="2351475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总佣金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2" name="Google Shape;540;p56"/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$20,000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3" name="Google Shape;541;p56"/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14" name="Google Shape;542;p56"/>
          <p:cNvGrpSpPr/>
          <p:nvPr/>
        </p:nvGrpSpPr>
        <p:grpSpPr>
          <a:xfrm>
            <a:off x="3984182" y="4687416"/>
            <a:ext cx="7251265" cy="514199"/>
            <a:chOff x="946362" y="2847326"/>
            <a:chExt cx="7251265" cy="514199"/>
          </a:xfrm>
        </p:grpSpPr>
        <p:sp>
          <p:nvSpPr>
            <p:cNvPr id="15" name="Google Shape;543;p56"/>
            <p:cNvSpPr/>
            <p:nvPr/>
          </p:nvSpPr>
          <p:spPr>
            <a:xfrm>
              <a:off x="946362" y="2884250"/>
              <a:ext cx="40482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6" name="Google Shape;544;p56"/>
            <p:cNvSpPr/>
            <p:nvPr/>
          </p:nvSpPr>
          <p:spPr>
            <a:xfrm>
              <a:off x="5118727" y="2884257"/>
              <a:ext cx="30789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7" name="Google Shape;545;p56"/>
            <p:cNvSpPr txBox="1"/>
            <p:nvPr/>
          </p:nvSpPr>
          <p:spPr>
            <a:xfrm>
              <a:off x="1592311" y="2848825"/>
              <a:ext cx="3271671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推荐金比例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8" name="Google Shape;546;p56"/>
            <p:cNvSpPr txBox="1"/>
            <p:nvPr/>
          </p:nvSpPr>
          <p:spPr>
            <a:xfrm>
              <a:off x="5116522" y="28473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b="1" kern="0" dirty="0">
                  <a:solidFill>
                    <a:srgbClr val="FFC92F"/>
                  </a:solidFill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23%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9" name="Google Shape;547;p56"/>
            <p:cNvSpPr/>
            <p:nvPr/>
          </p:nvSpPr>
          <p:spPr>
            <a:xfrm>
              <a:off x="4866188" y="292828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20" name="Google Shape;548;p56"/>
          <p:cNvGrpSpPr/>
          <p:nvPr/>
        </p:nvGrpSpPr>
        <p:grpSpPr>
          <a:xfrm>
            <a:off x="3984182" y="5200440"/>
            <a:ext cx="7251265" cy="519776"/>
            <a:chOff x="946362" y="3360350"/>
            <a:chExt cx="7251265" cy="519776"/>
          </a:xfrm>
        </p:grpSpPr>
        <p:sp>
          <p:nvSpPr>
            <p:cNvPr id="21" name="Google Shape;549;p56"/>
            <p:cNvSpPr/>
            <p:nvPr/>
          </p:nvSpPr>
          <p:spPr>
            <a:xfrm>
              <a:off x="946362" y="33816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22" name="Google Shape;550;p56"/>
            <p:cNvSpPr/>
            <p:nvPr/>
          </p:nvSpPr>
          <p:spPr>
            <a:xfrm>
              <a:off x="5118727" y="33816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23" name="Google Shape;551;p56"/>
            <p:cNvSpPr txBox="1"/>
            <p:nvPr/>
          </p:nvSpPr>
          <p:spPr>
            <a:xfrm>
              <a:off x="1592312" y="3360350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4" name="Google Shape;552;p56"/>
            <p:cNvSpPr txBox="1"/>
            <p:nvPr/>
          </p:nvSpPr>
          <p:spPr>
            <a:xfrm>
              <a:off x="5116522" y="33674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$4,600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25" name="Google Shape;553;p56"/>
            <p:cNvSpPr/>
            <p:nvPr/>
          </p:nvSpPr>
          <p:spPr>
            <a:xfrm>
              <a:off x="4866188" y="346443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sp>
        <p:nvSpPr>
          <p:cNvPr id="26" name="Google Shape;554;p56"/>
          <p:cNvSpPr txBox="1"/>
          <p:nvPr/>
        </p:nvSpPr>
        <p:spPr>
          <a:xfrm>
            <a:off x="3984163" y="3644112"/>
            <a:ext cx="44403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3600" b="1" kern="0" dirty="0">
                <a:solidFill>
                  <a:srgbClr val="FFC92F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rPr>
              <a:t>推荐佣金举例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FFC92F"/>
              </a:solidFill>
              <a:effectLst/>
              <a:uLnTx/>
              <a:uFillTx/>
              <a:latin typeface="Lucida Sans" panose="020B0602030504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E1EC5-702E-EF9C-27AD-16AE4ED75ED8}"/>
              </a:ext>
            </a:extLst>
          </p:cNvPr>
          <p:cNvSpPr txBox="1"/>
          <p:nvPr/>
        </p:nvSpPr>
        <p:spPr>
          <a:xfrm>
            <a:off x="1820253" y="416115"/>
            <a:ext cx="4850025" cy="20928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3000" b="1" dirty="0">
                <a:solidFill>
                  <a:schemeClr val="accent2"/>
                </a:solidFill>
                <a:latin typeface="Arial Black" panose="020B0A04020102020204" pitchFamily="34" charset="0"/>
                <a:ea typeface="Adobe Song Std L" panose="02020300000000000000" pitchFamily="18" charset="-128"/>
                <a:cs typeface="Arial" pitchFamily="34" charset="0"/>
              </a:rPr>
              <a:t>23%</a:t>
            </a:r>
          </a:p>
        </p:txBody>
      </p:sp>
      <p:pic>
        <p:nvPicPr>
          <p:cNvPr id="28" name="Picture 2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2D38F1F-C4C3-DEE8-494E-B57CC3208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5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CFF808D-EDF7-432E-A2FB-2D2699968C69}"/>
              </a:ext>
            </a:extLst>
          </p:cNvPr>
          <p:cNvSpPr txBox="1">
            <a:spLocks/>
          </p:cNvSpPr>
          <p:nvPr/>
        </p:nvSpPr>
        <p:spPr>
          <a:xfrm>
            <a:off x="289961" y="111455"/>
            <a:ext cx="11612077" cy="773035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个人佣金</a:t>
            </a:r>
            <a:endParaRPr kumimoji="0" lang="en-US" altLang="ko-KR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4F8F1DE-7710-4180-9C7B-7E47872AF093}"/>
              </a:ext>
            </a:extLst>
          </p:cNvPr>
          <p:cNvSpPr/>
          <p:nvPr/>
        </p:nvSpPr>
        <p:spPr>
          <a:xfrm rot="3113540">
            <a:off x="10096477" y="110414"/>
            <a:ext cx="3407198" cy="1908680"/>
          </a:xfrm>
          <a:custGeom>
            <a:avLst/>
            <a:gdLst>
              <a:gd name="connsiteX0" fmla="*/ 1729832 w 3407198"/>
              <a:gd name="connsiteY0" fmla="*/ 1009980 h 1908680"/>
              <a:gd name="connsiteX1" fmla="*/ 1729832 w 3407198"/>
              <a:gd name="connsiteY1" fmla="*/ 1201333 h 1908680"/>
              <a:gd name="connsiteX2" fmla="*/ 1764380 w 3407198"/>
              <a:gd name="connsiteY2" fmla="*/ 1185191 h 1908680"/>
              <a:gd name="connsiteX3" fmla="*/ 1806097 w 3407198"/>
              <a:gd name="connsiteY3" fmla="*/ 1086994 h 1908680"/>
              <a:gd name="connsiteX4" fmla="*/ 1729832 w 3407198"/>
              <a:gd name="connsiteY4" fmla="*/ 1009980 h 1908680"/>
              <a:gd name="connsiteX5" fmla="*/ 1622560 w 3407198"/>
              <a:gd name="connsiteY5" fmla="*/ 742987 h 1908680"/>
              <a:gd name="connsiteX6" fmla="*/ 1608421 w 3407198"/>
              <a:gd name="connsiteY6" fmla="*/ 766797 h 1908680"/>
              <a:gd name="connsiteX7" fmla="*/ 1601196 w 3407198"/>
              <a:gd name="connsiteY7" fmla="*/ 821688 h 1908680"/>
              <a:gd name="connsiteX8" fmla="*/ 1679082 w 3407198"/>
              <a:gd name="connsiteY8" fmla="*/ 909222 h 1908680"/>
              <a:gd name="connsiteX9" fmla="*/ 1679083 w 3407198"/>
              <a:gd name="connsiteY9" fmla="*/ 706870 h 1908680"/>
              <a:gd name="connsiteX10" fmla="*/ 1642913 w 3407198"/>
              <a:gd name="connsiteY10" fmla="*/ 723491 h 1908680"/>
              <a:gd name="connsiteX11" fmla="*/ 1622560 w 3407198"/>
              <a:gd name="connsiteY11" fmla="*/ 742987 h 1908680"/>
              <a:gd name="connsiteX12" fmla="*/ 1556802 w 3407198"/>
              <a:gd name="connsiteY12" fmla="*/ 690870 h 1908680"/>
              <a:gd name="connsiteX13" fmla="*/ 1593660 w 3407198"/>
              <a:gd name="connsiteY13" fmla="*/ 655565 h 1908680"/>
              <a:gd name="connsiteX14" fmla="*/ 1679082 w 3407198"/>
              <a:gd name="connsiteY14" fmla="*/ 621594 h 1908680"/>
              <a:gd name="connsiteX15" fmla="*/ 1679082 w 3407198"/>
              <a:gd name="connsiteY15" fmla="*/ 586623 h 1908680"/>
              <a:gd name="connsiteX16" fmla="*/ 1729832 w 3407198"/>
              <a:gd name="connsiteY16" fmla="*/ 586622 h 1908680"/>
              <a:gd name="connsiteX17" fmla="*/ 1729832 w 3407198"/>
              <a:gd name="connsiteY17" fmla="*/ 621820 h 1908680"/>
              <a:gd name="connsiteX18" fmla="*/ 1786163 w 3407198"/>
              <a:gd name="connsiteY18" fmla="*/ 639034 h 1908680"/>
              <a:gd name="connsiteX19" fmla="*/ 1890922 w 3407198"/>
              <a:gd name="connsiteY19" fmla="*/ 801380 h 1908680"/>
              <a:gd name="connsiteX20" fmla="*/ 1807059 w 3407198"/>
              <a:gd name="connsiteY20" fmla="*/ 804010 h 1908680"/>
              <a:gd name="connsiteX21" fmla="*/ 1749213 w 3407198"/>
              <a:gd name="connsiteY21" fmla="*/ 714363 h 1908680"/>
              <a:gd name="connsiteX22" fmla="*/ 1729832 w 3407198"/>
              <a:gd name="connsiteY22" fmla="*/ 707399 h 1908680"/>
              <a:gd name="connsiteX23" fmla="*/ 1729832 w 3407198"/>
              <a:gd name="connsiteY23" fmla="*/ 925643 h 1908680"/>
              <a:gd name="connsiteX24" fmla="*/ 1889186 w 3407198"/>
              <a:gd name="connsiteY24" fmla="*/ 1076635 h 1908680"/>
              <a:gd name="connsiteX25" fmla="*/ 1813633 w 3407198"/>
              <a:gd name="connsiteY25" fmla="*/ 1253117 h 1908680"/>
              <a:gd name="connsiteX26" fmla="*/ 1729832 w 3407198"/>
              <a:gd name="connsiteY26" fmla="*/ 1286894 h 1908680"/>
              <a:gd name="connsiteX27" fmla="*/ 1729832 w 3407198"/>
              <a:gd name="connsiteY27" fmla="*/ 1322059 h 1908680"/>
              <a:gd name="connsiteX28" fmla="*/ 1679083 w 3407198"/>
              <a:gd name="connsiteY28" fmla="*/ 1322059 h 1908680"/>
              <a:gd name="connsiteX29" fmla="*/ 1679083 w 3407198"/>
              <a:gd name="connsiteY29" fmla="*/ 1287105 h 1908680"/>
              <a:gd name="connsiteX30" fmla="*/ 1621130 w 3407198"/>
              <a:gd name="connsiteY30" fmla="*/ 1269648 h 1908680"/>
              <a:gd name="connsiteX31" fmla="*/ 1516371 w 3407198"/>
              <a:gd name="connsiteY31" fmla="*/ 1107301 h 1908680"/>
              <a:gd name="connsiteX32" fmla="*/ 1600234 w 3407198"/>
              <a:gd name="connsiteY32" fmla="*/ 1104671 h 1908680"/>
              <a:gd name="connsiteX33" fmla="*/ 1658080 w 3407198"/>
              <a:gd name="connsiteY33" fmla="*/ 1194318 h 1908680"/>
              <a:gd name="connsiteX34" fmla="*/ 1679083 w 3407198"/>
              <a:gd name="connsiteY34" fmla="*/ 1201698 h 1908680"/>
              <a:gd name="connsiteX35" fmla="*/ 1679082 w 3407198"/>
              <a:gd name="connsiteY35" fmla="*/ 997428 h 1908680"/>
              <a:gd name="connsiteX36" fmla="*/ 1518112 w 3407198"/>
              <a:gd name="connsiteY36" fmla="*/ 833394 h 1908680"/>
              <a:gd name="connsiteX37" fmla="*/ 1556802 w 3407198"/>
              <a:gd name="connsiteY37" fmla="*/ 690870 h 1908680"/>
              <a:gd name="connsiteX38" fmla="*/ 530407 w 3407198"/>
              <a:gd name="connsiteY38" fmla="*/ 834037 h 1908680"/>
              <a:gd name="connsiteX39" fmla="*/ 493660 w 3407198"/>
              <a:gd name="connsiteY39" fmla="*/ 954341 h 1908680"/>
              <a:gd name="connsiteX40" fmla="*/ 708831 w 3407198"/>
              <a:gd name="connsiteY40" fmla="*/ 1169512 h 1908680"/>
              <a:gd name="connsiteX41" fmla="*/ 924002 w 3407198"/>
              <a:gd name="connsiteY41" fmla="*/ 954341 h 1908680"/>
              <a:gd name="connsiteX42" fmla="*/ 708831 w 3407198"/>
              <a:gd name="connsiteY42" fmla="*/ 739170 h 1908680"/>
              <a:gd name="connsiteX43" fmla="*/ 530407 w 3407198"/>
              <a:gd name="connsiteY43" fmla="*/ 834037 h 1908680"/>
              <a:gd name="connsiteX44" fmla="*/ 1098922 w 3407198"/>
              <a:gd name="connsiteY44" fmla="*/ 0 h 1908680"/>
              <a:gd name="connsiteX45" fmla="*/ 1121883 w 3407198"/>
              <a:gd name="connsiteY45" fmla="*/ 0 h 1908680"/>
              <a:gd name="connsiteX46" fmla="*/ 1263002 w 3407198"/>
              <a:gd name="connsiteY46" fmla="*/ 110682 h 1908680"/>
              <a:gd name="connsiteX47" fmla="*/ 1012113 w 3407198"/>
              <a:gd name="connsiteY47" fmla="*/ 110682 h 1908680"/>
              <a:gd name="connsiteX48" fmla="*/ 943490 w 3407198"/>
              <a:gd name="connsiteY48" fmla="*/ 198175 h 1908680"/>
              <a:gd name="connsiteX49" fmla="*/ 1374555 w 3407198"/>
              <a:gd name="connsiteY49" fmla="*/ 198175 h 1908680"/>
              <a:gd name="connsiteX50" fmla="*/ 1711021 w 3407198"/>
              <a:gd name="connsiteY50" fmla="*/ 462070 h 1908680"/>
              <a:gd name="connsiteX51" fmla="*/ 1703600 w 3407198"/>
              <a:gd name="connsiteY51" fmla="*/ 461322 h 1908680"/>
              <a:gd name="connsiteX52" fmla="*/ 1294780 w 3407198"/>
              <a:gd name="connsiteY52" fmla="*/ 678690 h 1908680"/>
              <a:gd name="connsiteX53" fmla="*/ 1210579 w 3407198"/>
              <a:gd name="connsiteY53" fmla="*/ 954342 h 1908680"/>
              <a:gd name="connsiteX54" fmla="*/ 1703600 w 3407198"/>
              <a:gd name="connsiteY54" fmla="*/ 1447362 h 1908680"/>
              <a:gd name="connsiteX55" fmla="*/ 2196620 w 3407198"/>
              <a:gd name="connsiteY55" fmla="*/ 954342 h 1908680"/>
              <a:gd name="connsiteX56" fmla="*/ 2186604 w 3407198"/>
              <a:gd name="connsiteY56" fmla="*/ 854981 h 1908680"/>
              <a:gd name="connsiteX57" fmla="*/ 2178437 w 3407198"/>
              <a:gd name="connsiteY57" fmla="*/ 828672 h 1908680"/>
              <a:gd name="connsiteX58" fmla="*/ 3194663 w 3407198"/>
              <a:gd name="connsiteY58" fmla="*/ 1625715 h 1908680"/>
              <a:gd name="connsiteX59" fmla="*/ 3194663 w 3407198"/>
              <a:gd name="connsiteY59" fmla="*/ 1710506 h 1908680"/>
              <a:gd name="connsiteX60" fmla="*/ 212536 w 3407198"/>
              <a:gd name="connsiteY60" fmla="*/ 1710506 h 1908680"/>
              <a:gd name="connsiteX61" fmla="*/ 212536 w 3407198"/>
              <a:gd name="connsiteY61" fmla="*/ 1130139 h 1908680"/>
              <a:gd name="connsiteX62" fmla="*/ 134724 w 3407198"/>
              <a:gd name="connsiteY62" fmla="*/ 1229348 h 1908680"/>
              <a:gd name="connsiteX63" fmla="*/ 134724 w 3407198"/>
              <a:gd name="connsiteY63" fmla="*/ 1797999 h 1908680"/>
              <a:gd name="connsiteX64" fmla="*/ 3272475 w 3407198"/>
              <a:gd name="connsiteY64" fmla="*/ 1797999 h 1908680"/>
              <a:gd name="connsiteX65" fmla="*/ 3272475 w 3407198"/>
              <a:gd name="connsiteY65" fmla="*/ 1686744 h 1908680"/>
              <a:gd name="connsiteX66" fmla="*/ 3407198 w 3407198"/>
              <a:gd name="connsiteY66" fmla="*/ 1792409 h 1908680"/>
              <a:gd name="connsiteX67" fmla="*/ 3407198 w 3407198"/>
              <a:gd name="connsiteY67" fmla="*/ 1908680 h 1908680"/>
              <a:gd name="connsiteX68" fmla="*/ 0 w 3407198"/>
              <a:gd name="connsiteY68" fmla="*/ 1908680 h 1908680"/>
              <a:gd name="connsiteX69" fmla="*/ 0 w 3407198"/>
              <a:gd name="connsiteY69" fmla="*/ 1401121 h 190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407198" h="1908680">
                <a:moveTo>
                  <a:pt x="1729832" y="1009980"/>
                </a:moveTo>
                <a:lnTo>
                  <a:pt x="1729832" y="1201333"/>
                </a:lnTo>
                <a:cubicBezTo>
                  <a:pt x="1742094" y="1198313"/>
                  <a:pt x="1753812" y="1192854"/>
                  <a:pt x="1764380" y="1185191"/>
                </a:cubicBezTo>
                <a:cubicBezTo>
                  <a:pt x="1795392" y="1162705"/>
                  <a:pt x="1811441" y="1124925"/>
                  <a:pt x="1806097" y="1086994"/>
                </a:cubicBezTo>
                <a:cubicBezTo>
                  <a:pt x="1799636" y="1037499"/>
                  <a:pt x="1769144" y="1020805"/>
                  <a:pt x="1729832" y="1009980"/>
                </a:cubicBezTo>
                <a:close/>
                <a:moveTo>
                  <a:pt x="1622560" y="742987"/>
                </a:moveTo>
                <a:cubicBezTo>
                  <a:pt x="1616778" y="750283"/>
                  <a:pt x="1612031" y="758299"/>
                  <a:pt x="1608421" y="766797"/>
                </a:cubicBezTo>
                <a:cubicBezTo>
                  <a:pt x="1601200" y="783795"/>
                  <a:pt x="1598523" y="802723"/>
                  <a:pt x="1601196" y="821688"/>
                </a:cubicBezTo>
                <a:cubicBezTo>
                  <a:pt x="1611478" y="872288"/>
                  <a:pt x="1641655" y="894695"/>
                  <a:pt x="1679082" y="909222"/>
                </a:cubicBezTo>
                <a:lnTo>
                  <a:pt x="1679083" y="706870"/>
                </a:lnTo>
                <a:cubicBezTo>
                  <a:pt x="1666247" y="709886"/>
                  <a:pt x="1653953" y="715485"/>
                  <a:pt x="1642913" y="723491"/>
                </a:cubicBezTo>
                <a:cubicBezTo>
                  <a:pt x="1635160" y="729113"/>
                  <a:pt x="1628342" y="735690"/>
                  <a:pt x="1622560" y="742987"/>
                </a:cubicBezTo>
                <a:close/>
                <a:moveTo>
                  <a:pt x="1556802" y="690870"/>
                </a:moveTo>
                <a:cubicBezTo>
                  <a:pt x="1567273" y="677656"/>
                  <a:pt x="1579620" y="665745"/>
                  <a:pt x="1593660" y="655565"/>
                </a:cubicBezTo>
                <a:cubicBezTo>
                  <a:pt x="1619333" y="636949"/>
                  <a:pt x="1648749" y="625514"/>
                  <a:pt x="1679082" y="621594"/>
                </a:cubicBezTo>
                <a:lnTo>
                  <a:pt x="1679082" y="586623"/>
                </a:lnTo>
                <a:lnTo>
                  <a:pt x="1729832" y="586622"/>
                </a:lnTo>
                <a:lnTo>
                  <a:pt x="1729832" y="621820"/>
                </a:lnTo>
                <a:cubicBezTo>
                  <a:pt x="1749125" y="624442"/>
                  <a:pt x="1768138" y="630192"/>
                  <a:pt x="1786163" y="639034"/>
                </a:cubicBezTo>
                <a:cubicBezTo>
                  <a:pt x="1848443" y="669584"/>
                  <a:pt x="1888748" y="732046"/>
                  <a:pt x="1890922" y="801380"/>
                </a:cubicBezTo>
                <a:lnTo>
                  <a:pt x="1807059" y="804010"/>
                </a:lnTo>
                <a:cubicBezTo>
                  <a:pt x="1805859" y="765723"/>
                  <a:pt x="1783603" y="731232"/>
                  <a:pt x="1749213" y="714363"/>
                </a:cubicBezTo>
                <a:cubicBezTo>
                  <a:pt x="1742955" y="711293"/>
                  <a:pt x="1736482" y="708899"/>
                  <a:pt x="1729832" y="707399"/>
                </a:cubicBezTo>
                <a:lnTo>
                  <a:pt x="1729832" y="925643"/>
                </a:lnTo>
                <a:cubicBezTo>
                  <a:pt x="1796112" y="944733"/>
                  <a:pt x="1866912" y="966570"/>
                  <a:pt x="1889186" y="1076635"/>
                </a:cubicBezTo>
                <a:cubicBezTo>
                  <a:pt x="1898485" y="1144857"/>
                  <a:pt x="1869433" y="1212658"/>
                  <a:pt x="1813633" y="1253117"/>
                </a:cubicBezTo>
                <a:cubicBezTo>
                  <a:pt x="1788415" y="1271402"/>
                  <a:pt x="1759589" y="1282759"/>
                  <a:pt x="1729832" y="1286894"/>
                </a:cubicBezTo>
                <a:lnTo>
                  <a:pt x="1729832" y="1322059"/>
                </a:lnTo>
                <a:lnTo>
                  <a:pt x="1679083" y="1322059"/>
                </a:lnTo>
                <a:lnTo>
                  <a:pt x="1679083" y="1287105"/>
                </a:lnTo>
                <a:cubicBezTo>
                  <a:pt x="1659236" y="1284560"/>
                  <a:pt x="1639661" y="1278738"/>
                  <a:pt x="1621130" y="1269648"/>
                </a:cubicBezTo>
                <a:cubicBezTo>
                  <a:pt x="1558850" y="1239097"/>
                  <a:pt x="1518544" y="1176637"/>
                  <a:pt x="1516371" y="1107301"/>
                </a:cubicBezTo>
                <a:lnTo>
                  <a:pt x="1600234" y="1104671"/>
                </a:lnTo>
                <a:cubicBezTo>
                  <a:pt x="1601434" y="1142958"/>
                  <a:pt x="1623690" y="1177449"/>
                  <a:pt x="1658080" y="1194318"/>
                </a:cubicBezTo>
                <a:cubicBezTo>
                  <a:pt x="1664853" y="1197640"/>
                  <a:pt x="1671876" y="1200172"/>
                  <a:pt x="1679083" y="1201698"/>
                </a:cubicBezTo>
                <a:lnTo>
                  <a:pt x="1679082" y="997428"/>
                </a:lnTo>
                <a:cubicBezTo>
                  <a:pt x="1615293" y="981703"/>
                  <a:pt x="1545989" y="954821"/>
                  <a:pt x="1518112" y="833394"/>
                </a:cubicBezTo>
                <a:cubicBezTo>
                  <a:pt x="1510854" y="781875"/>
                  <a:pt x="1525388" y="730511"/>
                  <a:pt x="1556802" y="690870"/>
                </a:cubicBezTo>
                <a:close/>
                <a:moveTo>
                  <a:pt x="530407" y="834037"/>
                </a:moveTo>
                <a:cubicBezTo>
                  <a:pt x="507207" y="868378"/>
                  <a:pt x="493660" y="909777"/>
                  <a:pt x="493660" y="954341"/>
                </a:cubicBezTo>
                <a:cubicBezTo>
                  <a:pt x="493660" y="1073176"/>
                  <a:pt x="589995" y="1169512"/>
                  <a:pt x="708831" y="1169512"/>
                </a:cubicBezTo>
                <a:cubicBezTo>
                  <a:pt x="827667" y="1169512"/>
                  <a:pt x="924002" y="1073176"/>
                  <a:pt x="924002" y="954341"/>
                </a:cubicBezTo>
                <a:cubicBezTo>
                  <a:pt x="924002" y="835505"/>
                  <a:pt x="827667" y="739170"/>
                  <a:pt x="708831" y="739170"/>
                </a:cubicBezTo>
                <a:cubicBezTo>
                  <a:pt x="634558" y="739170"/>
                  <a:pt x="569075" y="776801"/>
                  <a:pt x="530407" y="834037"/>
                </a:cubicBezTo>
                <a:close/>
                <a:moveTo>
                  <a:pt x="1098922" y="0"/>
                </a:moveTo>
                <a:lnTo>
                  <a:pt x="1121883" y="0"/>
                </a:lnTo>
                <a:lnTo>
                  <a:pt x="1263002" y="110682"/>
                </a:lnTo>
                <a:lnTo>
                  <a:pt x="1012113" y="110682"/>
                </a:lnTo>
                <a:close/>
                <a:moveTo>
                  <a:pt x="943490" y="198175"/>
                </a:moveTo>
                <a:lnTo>
                  <a:pt x="1374555" y="198175"/>
                </a:lnTo>
                <a:lnTo>
                  <a:pt x="1711021" y="462070"/>
                </a:lnTo>
                <a:lnTo>
                  <a:pt x="1703600" y="461322"/>
                </a:lnTo>
                <a:cubicBezTo>
                  <a:pt x="1533420" y="461322"/>
                  <a:pt x="1383379" y="547546"/>
                  <a:pt x="1294780" y="678690"/>
                </a:cubicBezTo>
                <a:cubicBezTo>
                  <a:pt x="1241620" y="757376"/>
                  <a:pt x="1210580" y="852234"/>
                  <a:pt x="1210579" y="954342"/>
                </a:cubicBezTo>
                <a:cubicBezTo>
                  <a:pt x="1210579" y="1226629"/>
                  <a:pt x="1431312" y="1447361"/>
                  <a:pt x="1703600" y="1447362"/>
                </a:cubicBezTo>
                <a:cubicBezTo>
                  <a:pt x="1975887" y="1447362"/>
                  <a:pt x="2196620" y="1226629"/>
                  <a:pt x="2196620" y="954342"/>
                </a:cubicBezTo>
                <a:cubicBezTo>
                  <a:pt x="2196620" y="920306"/>
                  <a:pt x="2193171" y="887076"/>
                  <a:pt x="2186604" y="854981"/>
                </a:cubicBezTo>
                <a:lnTo>
                  <a:pt x="2178437" y="828672"/>
                </a:lnTo>
                <a:lnTo>
                  <a:pt x="3194663" y="1625715"/>
                </a:lnTo>
                <a:lnTo>
                  <a:pt x="3194663" y="1710506"/>
                </a:lnTo>
                <a:lnTo>
                  <a:pt x="212536" y="1710506"/>
                </a:lnTo>
                <a:lnTo>
                  <a:pt x="212536" y="1130139"/>
                </a:lnTo>
                <a:close/>
                <a:moveTo>
                  <a:pt x="134724" y="1229348"/>
                </a:moveTo>
                <a:lnTo>
                  <a:pt x="134724" y="1797999"/>
                </a:lnTo>
                <a:lnTo>
                  <a:pt x="3272475" y="1797999"/>
                </a:lnTo>
                <a:lnTo>
                  <a:pt x="3272475" y="1686744"/>
                </a:lnTo>
                <a:lnTo>
                  <a:pt x="3407198" y="1792409"/>
                </a:lnTo>
                <a:lnTo>
                  <a:pt x="3407198" y="1908680"/>
                </a:lnTo>
                <a:lnTo>
                  <a:pt x="0" y="1908680"/>
                </a:lnTo>
                <a:lnTo>
                  <a:pt x="0" y="1401121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C0A1F61-75AE-472A-819F-A4BA357F8F37}"/>
              </a:ext>
            </a:extLst>
          </p:cNvPr>
          <p:cNvSpPr/>
          <p:nvPr/>
        </p:nvSpPr>
        <p:spPr>
          <a:xfrm rot="3113540">
            <a:off x="6152051" y="722779"/>
            <a:ext cx="1935168" cy="1084063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B6C9C-4009-C762-8922-0341005805E0}"/>
              </a:ext>
            </a:extLst>
          </p:cNvPr>
          <p:cNvSpPr txBox="1"/>
          <p:nvPr/>
        </p:nvSpPr>
        <p:spPr>
          <a:xfrm>
            <a:off x="1303815" y="1606608"/>
            <a:ext cx="6907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000000"/>
              </a:buClr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当贷款顾问完成</a:t>
            </a:r>
            <a:r>
              <a:rPr lang="zh-CN" altLang="en-US" sz="24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红杉商业认证培训</a:t>
            </a:r>
            <a:r>
              <a:rPr lang="en-US" sz="1600" kern="0" dirty="0">
                <a:solidFill>
                  <a:srgbClr val="FFFFFF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, </a:t>
            </a:r>
            <a:r>
              <a:rPr lang="zh-CN" altLang="en-US" sz="1600" kern="0" dirty="0">
                <a:solidFill>
                  <a:srgbClr val="FFFFFF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并主动参与项目工作（如：跟进客户、收集资料、安排会议等），其佣金将翻倍提升，达到</a:t>
            </a:r>
            <a:endParaRPr lang="en-US" altLang="ko-KR" sz="1600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grpSp>
        <p:nvGrpSpPr>
          <p:cNvPr id="11" name="Google Shape;536;p56">
            <a:extLst>
              <a:ext uri="{FF2B5EF4-FFF2-40B4-BE49-F238E27FC236}">
                <a16:creationId xmlns:a16="http://schemas.microsoft.com/office/drawing/2014/main" id="{2DDD603C-1168-3C53-3D05-699C617BDEDE}"/>
              </a:ext>
            </a:extLst>
          </p:cNvPr>
          <p:cNvGrpSpPr/>
          <p:nvPr/>
        </p:nvGrpSpPr>
        <p:grpSpPr>
          <a:xfrm>
            <a:off x="3770537" y="3627915"/>
            <a:ext cx="7251265" cy="519789"/>
            <a:chOff x="946362" y="2351475"/>
            <a:chExt cx="7251265" cy="519789"/>
          </a:xfrm>
        </p:grpSpPr>
        <p:sp>
          <p:nvSpPr>
            <p:cNvPr id="13" name="Google Shape;537;p56">
              <a:extLst>
                <a:ext uri="{FF2B5EF4-FFF2-40B4-BE49-F238E27FC236}">
                  <a16:creationId xmlns:a16="http://schemas.microsoft.com/office/drawing/2014/main" id="{96372823-8206-6533-3EED-77654967E07B}"/>
                </a:ext>
              </a:extLst>
            </p:cNvPr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4" name="Google Shape;538;p56">
              <a:extLst>
                <a:ext uri="{FF2B5EF4-FFF2-40B4-BE49-F238E27FC236}">
                  <a16:creationId xmlns:a16="http://schemas.microsoft.com/office/drawing/2014/main" id="{8AEFED36-AE33-A8D3-3896-3F8EC76941CA}"/>
                </a:ext>
              </a:extLst>
            </p:cNvPr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6" name="Google Shape;539;p56">
              <a:extLst>
                <a:ext uri="{FF2B5EF4-FFF2-40B4-BE49-F238E27FC236}">
                  <a16:creationId xmlns:a16="http://schemas.microsoft.com/office/drawing/2014/main" id="{9E4505B3-5788-EB73-0988-4F91B6AA0D60}"/>
                </a:ext>
              </a:extLst>
            </p:cNvPr>
            <p:cNvSpPr txBox="1"/>
            <p:nvPr/>
          </p:nvSpPr>
          <p:spPr>
            <a:xfrm>
              <a:off x="1592312" y="2351475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总佣金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7" name="Google Shape;540;p56">
              <a:extLst>
                <a:ext uri="{FF2B5EF4-FFF2-40B4-BE49-F238E27FC236}">
                  <a16:creationId xmlns:a16="http://schemas.microsoft.com/office/drawing/2014/main" id="{97FE18A4-7FB5-3029-BF58-4413E6920EA3}"/>
                </a:ext>
              </a:extLst>
            </p:cNvPr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$20,000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8" name="Google Shape;541;p56">
              <a:extLst>
                <a:ext uri="{FF2B5EF4-FFF2-40B4-BE49-F238E27FC236}">
                  <a16:creationId xmlns:a16="http://schemas.microsoft.com/office/drawing/2014/main" id="{33F4E77D-30B2-EFF2-636E-1EB5B39D1BD7}"/>
                </a:ext>
              </a:extLst>
            </p:cNvPr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19" name="Google Shape;542;p56">
            <a:extLst>
              <a:ext uri="{FF2B5EF4-FFF2-40B4-BE49-F238E27FC236}">
                <a16:creationId xmlns:a16="http://schemas.microsoft.com/office/drawing/2014/main" id="{9D551EDC-F989-D44C-9489-EA35F74A4A4D}"/>
              </a:ext>
            </a:extLst>
          </p:cNvPr>
          <p:cNvGrpSpPr/>
          <p:nvPr/>
        </p:nvGrpSpPr>
        <p:grpSpPr>
          <a:xfrm>
            <a:off x="3770537" y="4123766"/>
            <a:ext cx="7251265" cy="514199"/>
            <a:chOff x="946362" y="2847326"/>
            <a:chExt cx="7251265" cy="514199"/>
          </a:xfrm>
        </p:grpSpPr>
        <p:sp>
          <p:nvSpPr>
            <p:cNvPr id="20" name="Google Shape;543;p56">
              <a:extLst>
                <a:ext uri="{FF2B5EF4-FFF2-40B4-BE49-F238E27FC236}">
                  <a16:creationId xmlns:a16="http://schemas.microsoft.com/office/drawing/2014/main" id="{3CB1E8DC-FD23-B089-34C3-0EAA49DD0BF0}"/>
                </a:ext>
              </a:extLst>
            </p:cNvPr>
            <p:cNvSpPr/>
            <p:nvPr/>
          </p:nvSpPr>
          <p:spPr>
            <a:xfrm>
              <a:off x="946362" y="2884250"/>
              <a:ext cx="40482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21" name="Google Shape;544;p56">
              <a:extLst>
                <a:ext uri="{FF2B5EF4-FFF2-40B4-BE49-F238E27FC236}">
                  <a16:creationId xmlns:a16="http://schemas.microsoft.com/office/drawing/2014/main" id="{0E338B6B-B200-B2E6-2D3F-E0ADF045DBB2}"/>
                </a:ext>
              </a:extLst>
            </p:cNvPr>
            <p:cNvSpPr/>
            <p:nvPr/>
          </p:nvSpPr>
          <p:spPr>
            <a:xfrm>
              <a:off x="5118727" y="2884257"/>
              <a:ext cx="30789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22" name="Google Shape;545;p56">
              <a:extLst>
                <a:ext uri="{FF2B5EF4-FFF2-40B4-BE49-F238E27FC236}">
                  <a16:creationId xmlns:a16="http://schemas.microsoft.com/office/drawing/2014/main" id="{8BEDDC10-55AE-ADBD-8FCA-39F3DD90DF38}"/>
                </a:ext>
              </a:extLst>
            </p:cNvPr>
            <p:cNvSpPr txBox="1"/>
            <p:nvPr/>
          </p:nvSpPr>
          <p:spPr>
            <a:xfrm>
              <a:off x="1592311" y="2848825"/>
              <a:ext cx="3271671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推荐金比例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3" name="Google Shape;546;p56">
              <a:extLst>
                <a:ext uri="{FF2B5EF4-FFF2-40B4-BE49-F238E27FC236}">
                  <a16:creationId xmlns:a16="http://schemas.microsoft.com/office/drawing/2014/main" id="{1C77634B-AB98-F7AD-1BCB-D386B6A87B49}"/>
                </a:ext>
              </a:extLst>
            </p:cNvPr>
            <p:cNvSpPr txBox="1"/>
            <p:nvPr/>
          </p:nvSpPr>
          <p:spPr>
            <a:xfrm>
              <a:off x="5116522" y="28473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b="1" kern="0" dirty="0">
                  <a:solidFill>
                    <a:srgbClr val="FFC92F"/>
                  </a:solidFill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46%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24" name="Google Shape;547;p56">
              <a:extLst>
                <a:ext uri="{FF2B5EF4-FFF2-40B4-BE49-F238E27FC236}">
                  <a16:creationId xmlns:a16="http://schemas.microsoft.com/office/drawing/2014/main" id="{ABF321E6-67BD-5849-3E58-1D967C397E93}"/>
                </a:ext>
              </a:extLst>
            </p:cNvPr>
            <p:cNvSpPr/>
            <p:nvPr/>
          </p:nvSpPr>
          <p:spPr>
            <a:xfrm>
              <a:off x="4866188" y="292828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25" name="Google Shape;548;p56">
            <a:extLst>
              <a:ext uri="{FF2B5EF4-FFF2-40B4-BE49-F238E27FC236}">
                <a16:creationId xmlns:a16="http://schemas.microsoft.com/office/drawing/2014/main" id="{6E935985-4A01-6F40-5872-130D48AC5DB0}"/>
              </a:ext>
            </a:extLst>
          </p:cNvPr>
          <p:cNvGrpSpPr/>
          <p:nvPr/>
        </p:nvGrpSpPr>
        <p:grpSpPr>
          <a:xfrm>
            <a:off x="3770537" y="4636790"/>
            <a:ext cx="7251265" cy="519776"/>
            <a:chOff x="946362" y="3360350"/>
            <a:chExt cx="7251265" cy="519776"/>
          </a:xfrm>
        </p:grpSpPr>
        <p:sp>
          <p:nvSpPr>
            <p:cNvPr id="26" name="Google Shape;549;p56">
              <a:extLst>
                <a:ext uri="{FF2B5EF4-FFF2-40B4-BE49-F238E27FC236}">
                  <a16:creationId xmlns:a16="http://schemas.microsoft.com/office/drawing/2014/main" id="{C9CD8F88-A77B-F8E8-3262-AD6D9E9DBC88}"/>
                </a:ext>
              </a:extLst>
            </p:cNvPr>
            <p:cNvSpPr/>
            <p:nvPr/>
          </p:nvSpPr>
          <p:spPr>
            <a:xfrm>
              <a:off x="946362" y="33816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27" name="Google Shape;550;p56">
              <a:extLst>
                <a:ext uri="{FF2B5EF4-FFF2-40B4-BE49-F238E27FC236}">
                  <a16:creationId xmlns:a16="http://schemas.microsoft.com/office/drawing/2014/main" id="{EB9D9072-85B7-2179-2717-10D5AC0DAA17}"/>
                </a:ext>
              </a:extLst>
            </p:cNvPr>
            <p:cNvSpPr/>
            <p:nvPr/>
          </p:nvSpPr>
          <p:spPr>
            <a:xfrm>
              <a:off x="5118727" y="33816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28" name="Google Shape;551;p56">
              <a:extLst>
                <a:ext uri="{FF2B5EF4-FFF2-40B4-BE49-F238E27FC236}">
                  <a16:creationId xmlns:a16="http://schemas.microsoft.com/office/drawing/2014/main" id="{FE0C0DDC-FE12-1EDF-96CC-CEF5DF40ECD8}"/>
                </a:ext>
              </a:extLst>
            </p:cNvPr>
            <p:cNvSpPr txBox="1"/>
            <p:nvPr/>
          </p:nvSpPr>
          <p:spPr>
            <a:xfrm>
              <a:off x="1592312" y="3360350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9" name="Google Shape;552;p56">
              <a:extLst>
                <a:ext uri="{FF2B5EF4-FFF2-40B4-BE49-F238E27FC236}">
                  <a16:creationId xmlns:a16="http://schemas.microsoft.com/office/drawing/2014/main" id="{092EAA14-C9DE-9F8B-8A25-C57F21351684}"/>
                </a:ext>
              </a:extLst>
            </p:cNvPr>
            <p:cNvSpPr txBox="1"/>
            <p:nvPr/>
          </p:nvSpPr>
          <p:spPr>
            <a:xfrm>
              <a:off x="5116522" y="33674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$9</a:t>
              </a:r>
              <a:r>
                <a:rPr lang="en-US" b="1" kern="0" dirty="0">
                  <a:solidFill>
                    <a:srgbClr val="FFC92F"/>
                  </a:solidFill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,2</a:t>
              </a: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30" name="Google Shape;553;p56">
              <a:extLst>
                <a:ext uri="{FF2B5EF4-FFF2-40B4-BE49-F238E27FC236}">
                  <a16:creationId xmlns:a16="http://schemas.microsoft.com/office/drawing/2014/main" id="{872E1318-6755-4C46-3EFA-2B4CEEA2BCBD}"/>
                </a:ext>
              </a:extLst>
            </p:cNvPr>
            <p:cNvSpPr/>
            <p:nvPr/>
          </p:nvSpPr>
          <p:spPr>
            <a:xfrm>
              <a:off x="4866188" y="346443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sp>
        <p:nvSpPr>
          <p:cNvPr id="31" name="Google Shape;554;p56">
            <a:extLst>
              <a:ext uri="{FF2B5EF4-FFF2-40B4-BE49-F238E27FC236}">
                <a16:creationId xmlns:a16="http://schemas.microsoft.com/office/drawing/2014/main" id="{7834FFA8-AE0F-C909-CE50-3BD833B4B5C9}"/>
              </a:ext>
            </a:extLst>
          </p:cNvPr>
          <p:cNvSpPr txBox="1"/>
          <p:nvPr/>
        </p:nvSpPr>
        <p:spPr>
          <a:xfrm>
            <a:off x="3770518" y="3080462"/>
            <a:ext cx="44403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Montserrat"/>
                <a:cs typeface="Montserrat"/>
                <a:sym typeface="Montserrat"/>
              </a:rPr>
              <a:t>佣金举例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FFC92F"/>
              </a:solidFill>
              <a:effectLst/>
              <a:uLnTx/>
              <a:uFillTx/>
              <a:latin typeface="Lucida Sans" panose="020B0602030504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169C3-CD5E-3B9C-3B0C-F9C2826C1C67}"/>
              </a:ext>
            </a:extLst>
          </p:cNvPr>
          <p:cNvSpPr txBox="1"/>
          <p:nvPr/>
        </p:nvSpPr>
        <p:spPr>
          <a:xfrm>
            <a:off x="7882963" y="1294266"/>
            <a:ext cx="3747616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600" b="1" dirty="0">
                <a:solidFill>
                  <a:schemeClr val="accent2"/>
                </a:solidFill>
                <a:latin typeface="Arial Black" panose="020B0A04020102020204" pitchFamily="34" charset="0"/>
                <a:ea typeface="Adobe Song Std L" panose="02020300000000000000" pitchFamily="18" charset="-128"/>
                <a:cs typeface="Arial" pitchFamily="34" charset="0"/>
              </a:rPr>
              <a:t>46%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2DF1762-D1AB-9CCE-D80F-A98CD21C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0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5">
            <a:extLst>
              <a:ext uri="{FF2B5EF4-FFF2-40B4-BE49-F238E27FC236}">
                <a16:creationId xmlns:a16="http://schemas.microsoft.com/office/drawing/2014/main" id="{217127D6-B042-4732-9810-9C999474ABA4}"/>
              </a:ext>
            </a:extLst>
          </p:cNvPr>
          <p:cNvSpPr/>
          <p:nvPr/>
        </p:nvSpPr>
        <p:spPr>
          <a:xfrm>
            <a:off x="-53160" y="1604130"/>
            <a:ext cx="4890689" cy="5328278"/>
          </a:xfrm>
          <a:custGeom>
            <a:avLst/>
            <a:gdLst/>
            <a:ahLst/>
            <a:cxnLst/>
            <a:rect l="l" t="t" r="r" b="b"/>
            <a:pathLst>
              <a:path w="3294587" h="5795631">
                <a:moveTo>
                  <a:pt x="0" y="0"/>
                </a:moveTo>
                <a:lnTo>
                  <a:pt x="3294587" y="2889259"/>
                </a:lnTo>
                <a:lnTo>
                  <a:pt x="0" y="5795631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7" name="Google Shape;435;p54"/>
          <p:cNvGrpSpPr/>
          <p:nvPr/>
        </p:nvGrpSpPr>
        <p:grpSpPr>
          <a:xfrm>
            <a:off x="673746" y="3807368"/>
            <a:ext cx="1196143" cy="1195453"/>
            <a:chOff x="393700" y="3478213"/>
            <a:chExt cx="2595600" cy="2594100"/>
          </a:xfrm>
        </p:grpSpPr>
        <p:sp>
          <p:nvSpPr>
            <p:cNvPr id="72" name="Google Shape;436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C2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37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C2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438;p54"/>
          <p:cNvGrpSpPr/>
          <p:nvPr/>
        </p:nvGrpSpPr>
        <p:grpSpPr>
          <a:xfrm>
            <a:off x="2639472" y="2389751"/>
            <a:ext cx="932964" cy="932425"/>
            <a:chOff x="393700" y="3478213"/>
            <a:chExt cx="2595600" cy="2594100"/>
          </a:xfrm>
        </p:grpSpPr>
        <p:sp>
          <p:nvSpPr>
            <p:cNvPr id="70" name="Google Shape;439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440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441;p54"/>
          <p:cNvGrpSpPr/>
          <p:nvPr/>
        </p:nvGrpSpPr>
        <p:grpSpPr>
          <a:xfrm>
            <a:off x="2639472" y="3422507"/>
            <a:ext cx="932964" cy="932425"/>
            <a:chOff x="393700" y="3478213"/>
            <a:chExt cx="2595600" cy="2594100"/>
          </a:xfrm>
        </p:grpSpPr>
        <p:sp>
          <p:nvSpPr>
            <p:cNvPr id="68" name="Google Shape;442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443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44;p54"/>
          <p:cNvGrpSpPr/>
          <p:nvPr/>
        </p:nvGrpSpPr>
        <p:grpSpPr>
          <a:xfrm>
            <a:off x="2639472" y="4455262"/>
            <a:ext cx="932964" cy="932425"/>
            <a:chOff x="393700" y="3478213"/>
            <a:chExt cx="2595600" cy="2594100"/>
          </a:xfrm>
        </p:grpSpPr>
        <p:sp>
          <p:nvSpPr>
            <p:cNvPr id="66" name="Google Shape;445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446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47;p54"/>
          <p:cNvGrpSpPr/>
          <p:nvPr/>
        </p:nvGrpSpPr>
        <p:grpSpPr>
          <a:xfrm>
            <a:off x="2639472" y="5488017"/>
            <a:ext cx="932964" cy="932425"/>
            <a:chOff x="393700" y="3478213"/>
            <a:chExt cx="2595600" cy="2594100"/>
          </a:xfrm>
        </p:grpSpPr>
        <p:sp>
          <p:nvSpPr>
            <p:cNvPr id="64" name="Google Shape;448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449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2" name="Google Shape;450;p54"/>
          <p:cNvCxnSpPr/>
          <p:nvPr/>
        </p:nvCxnSpPr>
        <p:spPr>
          <a:xfrm rot="10800000" flipH="1">
            <a:off x="1682629" y="3037979"/>
            <a:ext cx="799890" cy="614402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" name="Google Shape;451;p54"/>
          <p:cNvCxnSpPr/>
          <p:nvPr/>
        </p:nvCxnSpPr>
        <p:spPr>
          <a:xfrm rot="10800000" flipH="1">
            <a:off x="1960894" y="3947143"/>
            <a:ext cx="521860" cy="185487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grpSp>
        <p:nvGrpSpPr>
          <p:cNvPr id="44" name="Google Shape;452;p54"/>
          <p:cNvGrpSpPr/>
          <p:nvPr/>
        </p:nvGrpSpPr>
        <p:grpSpPr>
          <a:xfrm>
            <a:off x="4342004" y="3938884"/>
            <a:ext cx="932964" cy="932425"/>
            <a:chOff x="393700" y="3478213"/>
            <a:chExt cx="2595600" cy="2594100"/>
          </a:xfrm>
        </p:grpSpPr>
        <p:sp>
          <p:nvSpPr>
            <p:cNvPr id="62" name="Google Shape;453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454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5;p54"/>
          <p:cNvGrpSpPr/>
          <p:nvPr/>
        </p:nvGrpSpPr>
        <p:grpSpPr>
          <a:xfrm>
            <a:off x="4342004" y="4971639"/>
            <a:ext cx="932964" cy="932425"/>
            <a:chOff x="393700" y="3478213"/>
            <a:chExt cx="2595600" cy="2594100"/>
          </a:xfrm>
        </p:grpSpPr>
        <p:sp>
          <p:nvSpPr>
            <p:cNvPr id="60" name="Google Shape;456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457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6" name="Google Shape;458;p54"/>
          <p:cNvCxnSpPr/>
          <p:nvPr/>
        </p:nvCxnSpPr>
        <p:spPr>
          <a:xfrm>
            <a:off x="1960894" y="4685807"/>
            <a:ext cx="521860" cy="185487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7" name="Google Shape;459;p54"/>
          <p:cNvCxnSpPr/>
          <p:nvPr/>
        </p:nvCxnSpPr>
        <p:spPr>
          <a:xfrm>
            <a:off x="1682629" y="5157807"/>
            <a:ext cx="799890" cy="614402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8" name="Google Shape;460;p54"/>
          <p:cNvCxnSpPr/>
          <p:nvPr/>
        </p:nvCxnSpPr>
        <p:spPr>
          <a:xfrm>
            <a:off x="3696301" y="5068383"/>
            <a:ext cx="521860" cy="185487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9" name="Google Shape;461;p54"/>
          <p:cNvCxnSpPr/>
          <p:nvPr/>
        </p:nvCxnSpPr>
        <p:spPr>
          <a:xfrm rot="10800000" flipH="1">
            <a:off x="3696301" y="4631187"/>
            <a:ext cx="521860" cy="185487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grpSp>
        <p:nvGrpSpPr>
          <p:cNvPr id="50" name="Google Shape;462;p54"/>
          <p:cNvGrpSpPr/>
          <p:nvPr/>
        </p:nvGrpSpPr>
        <p:grpSpPr>
          <a:xfrm>
            <a:off x="2420137" y="1482661"/>
            <a:ext cx="1371642" cy="649407"/>
            <a:chOff x="6371525" y="297700"/>
            <a:chExt cx="1022700" cy="484200"/>
          </a:xfrm>
        </p:grpSpPr>
        <p:sp>
          <p:nvSpPr>
            <p:cNvPr id="58" name="Google Shape;463;p54"/>
            <p:cNvSpPr/>
            <p:nvPr/>
          </p:nvSpPr>
          <p:spPr>
            <a:xfrm>
              <a:off x="6371525" y="297700"/>
              <a:ext cx="9909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64;p54"/>
            <p:cNvSpPr txBox="1"/>
            <p:nvPr/>
          </p:nvSpPr>
          <p:spPr>
            <a:xfrm>
              <a:off x="6371525" y="297700"/>
              <a:ext cx="10227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第一级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51" name="Google Shape;465;p54"/>
          <p:cNvCxnSpPr/>
          <p:nvPr/>
        </p:nvCxnSpPr>
        <p:spPr>
          <a:xfrm>
            <a:off x="3738951" y="2855963"/>
            <a:ext cx="436559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oval" w="med" len="med"/>
            <a:tailEnd type="triangle" w="med" len="med"/>
          </a:ln>
        </p:spPr>
      </p:cxnSp>
      <p:grpSp>
        <p:nvGrpSpPr>
          <p:cNvPr id="52" name="Google Shape;466;p54"/>
          <p:cNvGrpSpPr/>
          <p:nvPr/>
        </p:nvGrpSpPr>
        <p:grpSpPr>
          <a:xfrm>
            <a:off x="4342004" y="2389751"/>
            <a:ext cx="932964" cy="932425"/>
            <a:chOff x="393700" y="3478213"/>
            <a:chExt cx="2595600" cy="2594100"/>
          </a:xfrm>
        </p:grpSpPr>
        <p:sp>
          <p:nvSpPr>
            <p:cNvPr id="56" name="Google Shape;467;p54"/>
            <p:cNvSpPr/>
            <p:nvPr/>
          </p:nvSpPr>
          <p:spPr>
            <a:xfrm>
              <a:off x="393700" y="3478213"/>
              <a:ext cx="2595600" cy="259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183" y="11556"/>
                  </a:moveTo>
                  <a:lnTo>
                    <a:pt x="56856" y="11654"/>
                  </a:lnTo>
                  <a:lnTo>
                    <a:pt x="53602" y="11997"/>
                  </a:lnTo>
                  <a:lnTo>
                    <a:pt x="50446" y="12536"/>
                  </a:lnTo>
                  <a:lnTo>
                    <a:pt x="47339" y="13270"/>
                  </a:lnTo>
                  <a:lnTo>
                    <a:pt x="44256" y="14225"/>
                  </a:lnTo>
                  <a:lnTo>
                    <a:pt x="41345" y="15351"/>
                  </a:lnTo>
                  <a:lnTo>
                    <a:pt x="38483" y="16674"/>
                  </a:lnTo>
                  <a:lnTo>
                    <a:pt x="35743" y="18167"/>
                  </a:lnTo>
                  <a:lnTo>
                    <a:pt x="33125" y="19808"/>
                  </a:lnTo>
                  <a:lnTo>
                    <a:pt x="30605" y="21644"/>
                  </a:lnTo>
                  <a:lnTo>
                    <a:pt x="28183" y="23603"/>
                  </a:lnTo>
                  <a:lnTo>
                    <a:pt x="25932" y="25733"/>
                  </a:lnTo>
                  <a:lnTo>
                    <a:pt x="23804" y="28010"/>
                  </a:lnTo>
                  <a:lnTo>
                    <a:pt x="21822" y="30410"/>
                  </a:lnTo>
                  <a:lnTo>
                    <a:pt x="20012" y="32932"/>
                  </a:lnTo>
                  <a:lnTo>
                    <a:pt x="18373" y="35551"/>
                  </a:lnTo>
                  <a:lnTo>
                    <a:pt x="16856" y="38294"/>
                  </a:lnTo>
                  <a:lnTo>
                    <a:pt x="15559" y="41158"/>
                  </a:lnTo>
                  <a:lnTo>
                    <a:pt x="14409" y="44121"/>
                  </a:lnTo>
                  <a:lnTo>
                    <a:pt x="13455" y="47133"/>
                  </a:lnTo>
                  <a:lnTo>
                    <a:pt x="12746" y="50242"/>
                  </a:lnTo>
                  <a:lnTo>
                    <a:pt x="12183" y="53425"/>
                  </a:lnTo>
                  <a:lnTo>
                    <a:pt x="11865" y="56682"/>
                  </a:lnTo>
                  <a:lnTo>
                    <a:pt x="11743" y="60012"/>
                  </a:lnTo>
                  <a:lnTo>
                    <a:pt x="11865" y="63121"/>
                  </a:lnTo>
                  <a:lnTo>
                    <a:pt x="12159" y="66182"/>
                  </a:lnTo>
                  <a:lnTo>
                    <a:pt x="12623" y="69169"/>
                  </a:lnTo>
                  <a:lnTo>
                    <a:pt x="13284" y="72107"/>
                  </a:lnTo>
                  <a:lnTo>
                    <a:pt x="14091" y="74996"/>
                  </a:lnTo>
                  <a:lnTo>
                    <a:pt x="15119" y="77763"/>
                  </a:lnTo>
                  <a:lnTo>
                    <a:pt x="16269" y="80457"/>
                  </a:lnTo>
                  <a:lnTo>
                    <a:pt x="17590" y="83101"/>
                  </a:lnTo>
                  <a:lnTo>
                    <a:pt x="19058" y="85623"/>
                  </a:lnTo>
                  <a:lnTo>
                    <a:pt x="20697" y="88022"/>
                  </a:lnTo>
                  <a:lnTo>
                    <a:pt x="22458" y="90373"/>
                  </a:lnTo>
                  <a:lnTo>
                    <a:pt x="22556" y="89394"/>
                  </a:lnTo>
                  <a:lnTo>
                    <a:pt x="22776" y="88365"/>
                  </a:lnTo>
                  <a:lnTo>
                    <a:pt x="23045" y="87361"/>
                  </a:lnTo>
                  <a:lnTo>
                    <a:pt x="23363" y="86431"/>
                  </a:lnTo>
                  <a:lnTo>
                    <a:pt x="23779" y="85476"/>
                  </a:lnTo>
                  <a:lnTo>
                    <a:pt x="24269" y="84570"/>
                  </a:lnTo>
                  <a:lnTo>
                    <a:pt x="24856" y="83713"/>
                  </a:lnTo>
                  <a:lnTo>
                    <a:pt x="25565" y="82954"/>
                  </a:lnTo>
                  <a:lnTo>
                    <a:pt x="26373" y="82268"/>
                  </a:lnTo>
                  <a:lnTo>
                    <a:pt x="27278" y="81632"/>
                  </a:lnTo>
                  <a:lnTo>
                    <a:pt x="28330" y="81167"/>
                  </a:lnTo>
                  <a:lnTo>
                    <a:pt x="29504" y="80799"/>
                  </a:lnTo>
                  <a:lnTo>
                    <a:pt x="31143" y="80310"/>
                  </a:lnTo>
                  <a:lnTo>
                    <a:pt x="32758" y="79820"/>
                  </a:lnTo>
                  <a:lnTo>
                    <a:pt x="34324" y="79257"/>
                  </a:lnTo>
                  <a:lnTo>
                    <a:pt x="35816" y="78669"/>
                  </a:lnTo>
                  <a:lnTo>
                    <a:pt x="37284" y="78082"/>
                  </a:lnTo>
                  <a:lnTo>
                    <a:pt x="38629" y="77469"/>
                  </a:lnTo>
                  <a:lnTo>
                    <a:pt x="39926" y="76857"/>
                  </a:lnTo>
                  <a:lnTo>
                    <a:pt x="41125" y="76270"/>
                  </a:lnTo>
                  <a:lnTo>
                    <a:pt x="42226" y="75682"/>
                  </a:lnTo>
                  <a:lnTo>
                    <a:pt x="43204" y="75094"/>
                  </a:lnTo>
                  <a:lnTo>
                    <a:pt x="44085" y="74580"/>
                  </a:lnTo>
                  <a:lnTo>
                    <a:pt x="44844" y="74139"/>
                  </a:lnTo>
                  <a:lnTo>
                    <a:pt x="45504" y="73748"/>
                  </a:lnTo>
                  <a:lnTo>
                    <a:pt x="46018" y="73405"/>
                  </a:lnTo>
                  <a:lnTo>
                    <a:pt x="46409" y="73160"/>
                  </a:lnTo>
                  <a:lnTo>
                    <a:pt x="46629" y="72989"/>
                  </a:lnTo>
                  <a:lnTo>
                    <a:pt x="46703" y="72940"/>
                  </a:lnTo>
                  <a:lnTo>
                    <a:pt x="53871" y="95564"/>
                  </a:lnTo>
                  <a:lnTo>
                    <a:pt x="54850" y="98624"/>
                  </a:lnTo>
                  <a:lnTo>
                    <a:pt x="58079" y="89565"/>
                  </a:lnTo>
                  <a:lnTo>
                    <a:pt x="57198" y="88243"/>
                  </a:lnTo>
                  <a:lnTo>
                    <a:pt x="56464" y="87092"/>
                  </a:lnTo>
                  <a:lnTo>
                    <a:pt x="55926" y="85990"/>
                  </a:lnTo>
                  <a:lnTo>
                    <a:pt x="55486" y="85035"/>
                  </a:lnTo>
                  <a:lnTo>
                    <a:pt x="55217" y="84129"/>
                  </a:lnTo>
                  <a:lnTo>
                    <a:pt x="55045" y="83321"/>
                  </a:lnTo>
                  <a:lnTo>
                    <a:pt x="54972" y="82611"/>
                  </a:lnTo>
                  <a:lnTo>
                    <a:pt x="54996" y="81975"/>
                  </a:lnTo>
                  <a:lnTo>
                    <a:pt x="55143" y="81411"/>
                  </a:lnTo>
                  <a:lnTo>
                    <a:pt x="55339" y="80897"/>
                  </a:lnTo>
                  <a:lnTo>
                    <a:pt x="55633" y="80506"/>
                  </a:lnTo>
                  <a:lnTo>
                    <a:pt x="55951" y="80138"/>
                  </a:lnTo>
                  <a:lnTo>
                    <a:pt x="56318" y="79820"/>
                  </a:lnTo>
                  <a:lnTo>
                    <a:pt x="56709" y="79551"/>
                  </a:lnTo>
                  <a:lnTo>
                    <a:pt x="57125" y="79330"/>
                  </a:lnTo>
                  <a:lnTo>
                    <a:pt x="57565" y="79183"/>
                  </a:lnTo>
                  <a:lnTo>
                    <a:pt x="58006" y="79036"/>
                  </a:lnTo>
                  <a:lnTo>
                    <a:pt x="58446" y="78938"/>
                  </a:lnTo>
                  <a:lnTo>
                    <a:pt x="58837" y="78865"/>
                  </a:lnTo>
                  <a:lnTo>
                    <a:pt x="59204" y="78816"/>
                  </a:lnTo>
                  <a:lnTo>
                    <a:pt x="59522" y="78792"/>
                  </a:lnTo>
                  <a:lnTo>
                    <a:pt x="59792" y="78792"/>
                  </a:lnTo>
                  <a:lnTo>
                    <a:pt x="60012" y="78792"/>
                  </a:lnTo>
                  <a:lnTo>
                    <a:pt x="60159" y="78792"/>
                  </a:lnTo>
                  <a:lnTo>
                    <a:pt x="60183" y="78792"/>
                  </a:lnTo>
                  <a:lnTo>
                    <a:pt x="60232" y="78792"/>
                  </a:lnTo>
                  <a:lnTo>
                    <a:pt x="60379" y="78792"/>
                  </a:lnTo>
                  <a:lnTo>
                    <a:pt x="60599" y="78792"/>
                  </a:lnTo>
                  <a:lnTo>
                    <a:pt x="60844" y="78792"/>
                  </a:lnTo>
                  <a:lnTo>
                    <a:pt x="61186" y="78816"/>
                  </a:lnTo>
                  <a:lnTo>
                    <a:pt x="61529" y="78865"/>
                  </a:lnTo>
                  <a:lnTo>
                    <a:pt x="61944" y="78938"/>
                  </a:lnTo>
                  <a:lnTo>
                    <a:pt x="62385" y="79036"/>
                  </a:lnTo>
                  <a:lnTo>
                    <a:pt x="62825" y="79183"/>
                  </a:lnTo>
                  <a:lnTo>
                    <a:pt x="63266" y="79330"/>
                  </a:lnTo>
                  <a:lnTo>
                    <a:pt x="63706" y="79551"/>
                  </a:lnTo>
                  <a:lnTo>
                    <a:pt x="64097" y="79820"/>
                  </a:lnTo>
                  <a:lnTo>
                    <a:pt x="64464" y="80138"/>
                  </a:lnTo>
                  <a:lnTo>
                    <a:pt x="64782" y="80506"/>
                  </a:lnTo>
                  <a:lnTo>
                    <a:pt x="65051" y="80897"/>
                  </a:lnTo>
                  <a:lnTo>
                    <a:pt x="65223" y="81411"/>
                  </a:lnTo>
                  <a:lnTo>
                    <a:pt x="65370" y="81975"/>
                  </a:lnTo>
                  <a:lnTo>
                    <a:pt x="65418" y="82611"/>
                  </a:lnTo>
                  <a:lnTo>
                    <a:pt x="65345" y="83321"/>
                  </a:lnTo>
                  <a:lnTo>
                    <a:pt x="65198" y="84129"/>
                  </a:lnTo>
                  <a:lnTo>
                    <a:pt x="64905" y="85035"/>
                  </a:lnTo>
                  <a:lnTo>
                    <a:pt x="64464" y="85990"/>
                  </a:lnTo>
                  <a:lnTo>
                    <a:pt x="63926" y="87092"/>
                  </a:lnTo>
                  <a:lnTo>
                    <a:pt x="63192" y="88243"/>
                  </a:lnTo>
                  <a:lnTo>
                    <a:pt x="62311" y="89565"/>
                  </a:lnTo>
                  <a:lnTo>
                    <a:pt x="65492" y="98551"/>
                  </a:lnTo>
                  <a:lnTo>
                    <a:pt x="66470" y="95515"/>
                  </a:lnTo>
                  <a:lnTo>
                    <a:pt x="66519" y="95588"/>
                  </a:lnTo>
                  <a:lnTo>
                    <a:pt x="67645" y="92013"/>
                  </a:lnTo>
                  <a:lnTo>
                    <a:pt x="73639" y="72989"/>
                  </a:lnTo>
                  <a:lnTo>
                    <a:pt x="73712" y="73013"/>
                  </a:lnTo>
                  <a:lnTo>
                    <a:pt x="73957" y="73160"/>
                  </a:lnTo>
                  <a:lnTo>
                    <a:pt x="74324" y="73405"/>
                  </a:lnTo>
                  <a:lnTo>
                    <a:pt x="74837" y="73748"/>
                  </a:lnTo>
                  <a:lnTo>
                    <a:pt x="75498" y="74139"/>
                  </a:lnTo>
                  <a:lnTo>
                    <a:pt x="76256" y="74629"/>
                  </a:lnTo>
                  <a:lnTo>
                    <a:pt x="77137" y="75143"/>
                  </a:lnTo>
                  <a:lnTo>
                    <a:pt x="78165" y="75682"/>
                  </a:lnTo>
                  <a:lnTo>
                    <a:pt x="79266" y="76270"/>
                  </a:lnTo>
                  <a:lnTo>
                    <a:pt x="80415" y="76882"/>
                  </a:lnTo>
                  <a:lnTo>
                    <a:pt x="81737" y="77518"/>
                  </a:lnTo>
                  <a:lnTo>
                    <a:pt x="83082" y="78130"/>
                  </a:lnTo>
                  <a:lnTo>
                    <a:pt x="84525" y="78718"/>
                  </a:lnTo>
                  <a:lnTo>
                    <a:pt x="86018" y="79306"/>
                  </a:lnTo>
                  <a:lnTo>
                    <a:pt x="87584" y="79844"/>
                  </a:lnTo>
                  <a:lnTo>
                    <a:pt x="89198" y="80359"/>
                  </a:lnTo>
                  <a:lnTo>
                    <a:pt x="90837" y="80799"/>
                  </a:lnTo>
                  <a:lnTo>
                    <a:pt x="92012" y="81191"/>
                  </a:lnTo>
                  <a:lnTo>
                    <a:pt x="93064" y="81681"/>
                  </a:lnTo>
                  <a:lnTo>
                    <a:pt x="93969" y="82293"/>
                  </a:lnTo>
                  <a:lnTo>
                    <a:pt x="94776" y="82978"/>
                  </a:lnTo>
                  <a:lnTo>
                    <a:pt x="95486" y="83762"/>
                  </a:lnTo>
                  <a:lnTo>
                    <a:pt x="96073" y="84594"/>
                  </a:lnTo>
                  <a:lnTo>
                    <a:pt x="96562" y="85500"/>
                  </a:lnTo>
                  <a:lnTo>
                    <a:pt x="96978" y="86431"/>
                  </a:lnTo>
                  <a:lnTo>
                    <a:pt x="97296" y="87410"/>
                  </a:lnTo>
                  <a:lnTo>
                    <a:pt x="97590" y="88390"/>
                  </a:lnTo>
                  <a:lnTo>
                    <a:pt x="97785" y="89394"/>
                  </a:lnTo>
                  <a:lnTo>
                    <a:pt x="97932" y="90373"/>
                  </a:lnTo>
                  <a:lnTo>
                    <a:pt x="99669" y="88071"/>
                  </a:lnTo>
                  <a:lnTo>
                    <a:pt x="101284" y="85623"/>
                  </a:lnTo>
                  <a:lnTo>
                    <a:pt x="102776" y="83101"/>
                  </a:lnTo>
                  <a:lnTo>
                    <a:pt x="104097" y="80457"/>
                  </a:lnTo>
                  <a:lnTo>
                    <a:pt x="105272" y="77763"/>
                  </a:lnTo>
                  <a:lnTo>
                    <a:pt x="106250" y="74996"/>
                  </a:lnTo>
                  <a:lnTo>
                    <a:pt x="107082" y="72107"/>
                  </a:lnTo>
                  <a:lnTo>
                    <a:pt x="107743" y="69169"/>
                  </a:lnTo>
                  <a:lnTo>
                    <a:pt x="108256" y="66182"/>
                  </a:lnTo>
                  <a:lnTo>
                    <a:pt x="108550" y="63121"/>
                  </a:lnTo>
                  <a:lnTo>
                    <a:pt x="108623" y="60012"/>
                  </a:lnTo>
                  <a:lnTo>
                    <a:pt x="108525" y="56682"/>
                  </a:lnTo>
                  <a:lnTo>
                    <a:pt x="108183" y="53425"/>
                  </a:lnTo>
                  <a:lnTo>
                    <a:pt x="107645" y="50242"/>
                  </a:lnTo>
                  <a:lnTo>
                    <a:pt x="106911" y="47133"/>
                  </a:lnTo>
                  <a:lnTo>
                    <a:pt x="105957" y="44121"/>
                  </a:lnTo>
                  <a:lnTo>
                    <a:pt x="104831" y="41158"/>
                  </a:lnTo>
                  <a:lnTo>
                    <a:pt x="103510" y="38294"/>
                  </a:lnTo>
                  <a:lnTo>
                    <a:pt x="102018" y="35551"/>
                  </a:lnTo>
                  <a:lnTo>
                    <a:pt x="100379" y="32932"/>
                  </a:lnTo>
                  <a:lnTo>
                    <a:pt x="98544" y="30410"/>
                  </a:lnTo>
                  <a:lnTo>
                    <a:pt x="96562" y="28010"/>
                  </a:lnTo>
                  <a:lnTo>
                    <a:pt x="94458" y="25733"/>
                  </a:lnTo>
                  <a:lnTo>
                    <a:pt x="92183" y="23603"/>
                  </a:lnTo>
                  <a:lnTo>
                    <a:pt x="89785" y="21644"/>
                  </a:lnTo>
                  <a:lnTo>
                    <a:pt x="87266" y="19808"/>
                  </a:lnTo>
                  <a:lnTo>
                    <a:pt x="84623" y="18167"/>
                  </a:lnTo>
                  <a:lnTo>
                    <a:pt x="81883" y="16674"/>
                  </a:lnTo>
                  <a:lnTo>
                    <a:pt x="79045" y="15351"/>
                  </a:lnTo>
                  <a:lnTo>
                    <a:pt x="76110" y="14225"/>
                  </a:lnTo>
                  <a:lnTo>
                    <a:pt x="73076" y="13270"/>
                  </a:lnTo>
                  <a:lnTo>
                    <a:pt x="69944" y="12536"/>
                  </a:lnTo>
                  <a:lnTo>
                    <a:pt x="66764" y="11997"/>
                  </a:lnTo>
                  <a:lnTo>
                    <a:pt x="63510" y="11654"/>
                  </a:lnTo>
                  <a:lnTo>
                    <a:pt x="60183" y="11556"/>
                  </a:lnTo>
                  <a:close/>
                  <a:moveTo>
                    <a:pt x="60012" y="0"/>
                  </a:moveTo>
                  <a:lnTo>
                    <a:pt x="63657" y="122"/>
                  </a:lnTo>
                  <a:lnTo>
                    <a:pt x="67229" y="440"/>
                  </a:lnTo>
                  <a:lnTo>
                    <a:pt x="70776" y="954"/>
                  </a:lnTo>
                  <a:lnTo>
                    <a:pt x="74250" y="1689"/>
                  </a:lnTo>
                  <a:lnTo>
                    <a:pt x="77602" y="2644"/>
                  </a:lnTo>
                  <a:lnTo>
                    <a:pt x="80929" y="3770"/>
                  </a:lnTo>
                  <a:lnTo>
                    <a:pt x="84159" y="5043"/>
                  </a:lnTo>
                  <a:lnTo>
                    <a:pt x="87266" y="6561"/>
                  </a:lnTo>
                  <a:lnTo>
                    <a:pt x="90299" y="8202"/>
                  </a:lnTo>
                  <a:lnTo>
                    <a:pt x="93186" y="10014"/>
                  </a:lnTo>
                  <a:lnTo>
                    <a:pt x="96000" y="11997"/>
                  </a:lnTo>
                  <a:lnTo>
                    <a:pt x="98666" y="14103"/>
                  </a:lnTo>
                  <a:lnTo>
                    <a:pt x="101186" y="16380"/>
                  </a:lnTo>
                  <a:lnTo>
                    <a:pt x="103584" y="18779"/>
                  </a:lnTo>
                  <a:lnTo>
                    <a:pt x="105883" y="21350"/>
                  </a:lnTo>
                  <a:lnTo>
                    <a:pt x="108012" y="24019"/>
                  </a:lnTo>
                  <a:lnTo>
                    <a:pt x="109969" y="26835"/>
                  </a:lnTo>
                  <a:lnTo>
                    <a:pt x="111804" y="29724"/>
                  </a:lnTo>
                  <a:lnTo>
                    <a:pt x="113443" y="32760"/>
                  </a:lnTo>
                  <a:lnTo>
                    <a:pt x="114911" y="35845"/>
                  </a:lnTo>
                  <a:lnTo>
                    <a:pt x="116232" y="39077"/>
                  </a:lnTo>
                  <a:lnTo>
                    <a:pt x="117357" y="42358"/>
                  </a:lnTo>
                  <a:lnTo>
                    <a:pt x="118262" y="45762"/>
                  </a:lnTo>
                  <a:lnTo>
                    <a:pt x="118996" y="49238"/>
                  </a:lnTo>
                  <a:lnTo>
                    <a:pt x="119559" y="52764"/>
                  </a:lnTo>
                  <a:lnTo>
                    <a:pt x="119877" y="56364"/>
                  </a:lnTo>
                  <a:lnTo>
                    <a:pt x="120000" y="60012"/>
                  </a:lnTo>
                  <a:lnTo>
                    <a:pt x="119877" y="63660"/>
                  </a:lnTo>
                  <a:lnTo>
                    <a:pt x="119559" y="67284"/>
                  </a:lnTo>
                  <a:lnTo>
                    <a:pt x="118996" y="70785"/>
                  </a:lnTo>
                  <a:lnTo>
                    <a:pt x="118262" y="74262"/>
                  </a:lnTo>
                  <a:lnTo>
                    <a:pt x="117357" y="77665"/>
                  </a:lnTo>
                  <a:lnTo>
                    <a:pt x="116232" y="80946"/>
                  </a:lnTo>
                  <a:lnTo>
                    <a:pt x="114911" y="84154"/>
                  </a:lnTo>
                  <a:lnTo>
                    <a:pt x="113443" y="87288"/>
                  </a:lnTo>
                  <a:lnTo>
                    <a:pt x="111804" y="90299"/>
                  </a:lnTo>
                  <a:lnTo>
                    <a:pt x="109969" y="93213"/>
                  </a:lnTo>
                  <a:lnTo>
                    <a:pt x="108012" y="96004"/>
                  </a:lnTo>
                  <a:lnTo>
                    <a:pt x="105883" y="98673"/>
                  </a:lnTo>
                  <a:lnTo>
                    <a:pt x="103584" y="101220"/>
                  </a:lnTo>
                  <a:lnTo>
                    <a:pt x="101186" y="103644"/>
                  </a:lnTo>
                  <a:lnTo>
                    <a:pt x="98666" y="105896"/>
                  </a:lnTo>
                  <a:lnTo>
                    <a:pt x="96000" y="108026"/>
                  </a:lnTo>
                  <a:lnTo>
                    <a:pt x="93186" y="110034"/>
                  </a:lnTo>
                  <a:lnTo>
                    <a:pt x="90299" y="111822"/>
                  </a:lnTo>
                  <a:lnTo>
                    <a:pt x="87266" y="113462"/>
                  </a:lnTo>
                  <a:lnTo>
                    <a:pt x="84159" y="114956"/>
                  </a:lnTo>
                  <a:lnTo>
                    <a:pt x="80929" y="116278"/>
                  </a:lnTo>
                  <a:lnTo>
                    <a:pt x="77602" y="117380"/>
                  </a:lnTo>
                  <a:lnTo>
                    <a:pt x="74250" y="118310"/>
                  </a:lnTo>
                  <a:lnTo>
                    <a:pt x="70776" y="119045"/>
                  </a:lnTo>
                  <a:lnTo>
                    <a:pt x="67229" y="119608"/>
                  </a:lnTo>
                  <a:lnTo>
                    <a:pt x="63657" y="119902"/>
                  </a:lnTo>
                  <a:lnTo>
                    <a:pt x="60012" y="120000"/>
                  </a:lnTo>
                  <a:lnTo>
                    <a:pt x="56342" y="119902"/>
                  </a:lnTo>
                  <a:lnTo>
                    <a:pt x="52746" y="119608"/>
                  </a:lnTo>
                  <a:lnTo>
                    <a:pt x="49198" y="119045"/>
                  </a:lnTo>
                  <a:lnTo>
                    <a:pt x="45749" y="118310"/>
                  </a:lnTo>
                  <a:lnTo>
                    <a:pt x="42373" y="117380"/>
                  </a:lnTo>
                  <a:lnTo>
                    <a:pt x="39045" y="116278"/>
                  </a:lnTo>
                  <a:lnTo>
                    <a:pt x="35865" y="114956"/>
                  </a:lnTo>
                  <a:lnTo>
                    <a:pt x="32709" y="113462"/>
                  </a:lnTo>
                  <a:lnTo>
                    <a:pt x="29724" y="111822"/>
                  </a:lnTo>
                  <a:lnTo>
                    <a:pt x="26788" y="110034"/>
                  </a:lnTo>
                  <a:lnTo>
                    <a:pt x="24024" y="108026"/>
                  </a:lnTo>
                  <a:lnTo>
                    <a:pt x="21333" y="105896"/>
                  </a:lnTo>
                  <a:lnTo>
                    <a:pt x="18788" y="103644"/>
                  </a:lnTo>
                  <a:lnTo>
                    <a:pt x="16391" y="101220"/>
                  </a:lnTo>
                  <a:lnTo>
                    <a:pt x="14091" y="98673"/>
                  </a:lnTo>
                  <a:lnTo>
                    <a:pt x="11963" y="96004"/>
                  </a:lnTo>
                  <a:lnTo>
                    <a:pt x="10006" y="93213"/>
                  </a:lnTo>
                  <a:lnTo>
                    <a:pt x="8171" y="90299"/>
                  </a:lnTo>
                  <a:lnTo>
                    <a:pt x="6532" y="87288"/>
                  </a:lnTo>
                  <a:lnTo>
                    <a:pt x="5064" y="84154"/>
                  </a:lnTo>
                  <a:lnTo>
                    <a:pt x="3743" y="80946"/>
                  </a:lnTo>
                  <a:lnTo>
                    <a:pt x="2617" y="77665"/>
                  </a:lnTo>
                  <a:lnTo>
                    <a:pt x="1712" y="74262"/>
                  </a:lnTo>
                  <a:lnTo>
                    <a:pt x="978" y="70785"/>
                  </a:lnTo>
                  <a:lnTo>
                    <a:pt x="415" y="67284"/>
                  </a:lnTo>
                  <a:lnTo>
                    <a:pt x="97" y="63660"/>
                  </a:lnTo>
                  <a:lnTo>
                    <a:pt x="0" y="60012"/>
                  </a:lnTo>
                  <a:lnTo>
                    <a:pt x="97" y="56364"/>
                  </a:lnTo>
                  <a:lnTo>
                    <a:pt x="415" y="52764"/>
                  </a:lnTo>
                  <a:lnTo>
                    <a:pt x="978" y="49238"/>
                  </a:lnTo>
                  <a:lnTo>
                    <a:pt x="1712" y="45762"/>
                  </a:lnTo>
                  <a:lnTo>
                    <a:pt x="2617" y="42358"/>
                  </a:lnTo>
                  <a:lnTo>
                    <a:pt x="3743" y="39077"/>
                  </a:lnTo>
                  <a:lnTo>
                    <a:pt x="5064" y="35845"/>
                  </a:lnTo>
                  <a:lnTo>
                    <a:pt x="6532" y="32760"/>
                  </a:lnTo>
                  <a:lnTo>
                    <a:pt x="8171" y="29724"/>
                  </a:lnTo>
                  <a:lnTo>
                    <a:pt x="10006" y="26835"/>
                  </a:lnTo>
                  <a:lnTo>
                    <a:pt x="11963" y="24019"/>
                  </a:lnTo>
                  <a:lnTo>
                    <a:pt x="14091" y="21350"/>
                  </a:lnTo>
                  <a:lnTo>
                    <a:pt x="16391" y="18779"/>
                  </a:lnTo>
                  <a:lnTo>
                    <a:pt x="18788" y="16380"/>
                  </a:lnTo>
                  <a:lnTo>
                    <a:pt x="21333" y="14103"/>
                  </a:lnTo>
                  <a:lnTo>
                    <a:pt x="24024" y="11997"/>
                  </a:lnTo>
                  <a:lnTo>
                    <a:pt x="26788" y="10014"/>
                  </a:lnTo>
                  <a:lnTo>
                    <a:pt x="29724" y="8202"/>
                  </a:lnTo>
                  <a:lnTo>
                    <a:pt x="32709" y="6561"/>
                  </a:lnTo>
                  <a:lnTo>
                    <a:pt x="35865" y="5043"/>
                  </a:lnTo>
                  <a:lnTo>
                    <a:pt x="39045" y="3770"/>
                  </a:lnTo>
                  <a:lnTo>
                    <a:pt x="42373" y="2644"/>
                  </a:lnTo>
                  <a:lnTo>
                    <a:pt x="45749" y="1689"/>
                  </a:lnTo>
                  <a:lnTo>
                    <a:pt x="49198" y="954"/>
                  </a:lnTo>
                  <a:lnTo>
                    <a:pt x="52746" y="440"/>
                  </a:lnTo>
                  <a:lnTo>
                    <a:pt x="56342" y="122"/>
                  </a:lnTo>
                  <a:lnTo>
                    <a:pt x="600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468;p54"/>
            <p:cNvSpPr/>
            <p:nvPr/>
          </p:nvSpPr>
          <p:spPr>
            <a:xfrm>
              <a:off x="1257300" y="3956050"/>
              <a:ext cx="866700" cy="1154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989" y="0"/>
                  </a:moveTo>
                  <a:lnTo>
                    <a:pt x="65241" y="110"/>
                  </a:lnTo>
                  <a:lnTo>
                    <a:pt x="69273" y="440"/>
                  </a:lnTo>
                  <a:lnTo>
                    <a:pt x="73011" y="991"/>
                  </a:lnTo>
                  <a:lnTo>
                    <a:pt x="76530" y="1762"/>
                  </a:lnTo>
                  <a:lnTo>
                    <a:pt x="79682" y="2643"/>
                  </a:lnTo>
                  <a:lnTo>
                    <a:pt x="82614" y="3634"/>
                  </a:lnTo>
                  <a:lnTo>
                    <a:pt x="85400" y="4681"/>
                  </a:lnTo>
                  <a:lnTo>
                    <a:pt x="88552" y="6167"/>
                  </a:lnTo>
                  <a:lnTo>
                    <a:pt x="91264" y="7654"/>
                  </a:lnTo>
                  <a:lnTo>
                    <a:pt x="93610" y="9141"/>
                  </a:lnTo>
                  <a:lnTo>
                    <a:pt x="95442" y="10518"/>
                  </a:lnTo>
                  <a:lnTo>
                    <a:pt x="96982" y="11840"/>
                  </a:lnTo>
                  <a:lnTo>
                    <a:pt x="98081" y="12941"/>
                  </a:lnTo>
                  <a:lnTo>
                    <a:pt x="98814" y="13712"/>
                  </a:lnTo>
                  <a:lnTo>
                    <a:pt x="99254" y="14318"/>
                  </a:lnTo>
                  <a:lnTo>
                    <a:pt x="99474" y="14538"/>
                  </a:lnTo>
                  <a:lnTo>
                    <a:pt x="99621" y="14538"/>
                  </a:lnTo>
                  <a:lnTo>
                    <a:pt x="99914" y="14538"/>
                  </a:lnTo>
                  <a:lnTo>
                    <a:pt x="100500" y="14648"/>
                  </a:lnTo>
                  <a:lnTo>
                    <a:pt x="101233" y="14814"/>
                  </a:lnTo>
                  <a:lnTo>
                    <a:pt x="102260" y="15034"/>
                  </a:lnTo>
                  <a:lnTo>
                    <a:pt x="103213" y="15364"/>
                  </a:lnTo>
                  <a:lnTo>
                    <a:pt x="104459" y="15805"/>
                  </a:lnTo>
                  <a:lnTo>
                    <a:pt x="105632" y="16356"/>
                  </a:lnTo>
                  <a:lnTo>
                    <a:pt x="106951" y="17127"/>
                  </a:lnTo>
                  <a:lnTo>
                    <a:pt x="108271" y="17953"/>
                  </a:lnTo>
                  <a:lnTo>
                    <a:pt x="109444" y="18999"/>
                  </a:lnTo>
                  <a:lnTo>
                    <a:pt x="110763" y="20211"/>
                  </a:lnTo>
                  <a:lnTo>
                    <a:pt x="112009" y="21698"/>
                  </a:lnTo>
                  <a:lnTo>
                    <a:pt x="113036" y="23350"/>
                  </a:lnTo>
                  <a:lnTo>
                    <a:pt x="114062" y="25332"/>
                  </a:lnTo>
                  <a:lnTo>
                    <a:pt x="114941" y="27480"/>
                  </a:lnTo>
                  <a:lnTo>
                    <a:pt x="115675" y="29903"/>
                  </a:lnTo>
                  <a:lnTo>
                    <a:pt x="116114" y="32712"/>
                  </a:lnTo>
                  <a:lnTo>
                    <a:pt x="116481" y="35741"/>
                  </a:lnTo>
                  <a:lnTo>
                    <a:pt x="116554" y="39155"/>
                  </a:lnTo>
                  <a:lnTo>
                    <a:pt x="116261" y="42900"/>
                  </a:lnTo>
                  <a:lnTo>
                    <a:pt x="115821" y="46920"/>
                  </a:lnTo>
                  <a:lnTo>
                    <a:pt x="114941" y="51436"/>
                  </a:lnTo>
                  <a:lnTo>
                    <a:pt x="114062" y="54245"/>
                  </a:lnTo>
                  <a:lnTo>
                    <a:pt x="112816" y="57108"/>
                  </a:lnTo>
                  <a:lnTo>
                    <a:pt x="113915" y="57108"/>
                  </a:lnTo>
                  <a:lnTo>
                    <a:pt x="114941" y="57108"/>
                  </a:lnTo>
                  <a:lnTo>
                    <a:pt x="115894" y="57273"/>
                  </a:lnTo>
                  <a:lnTo>
                    <a:pt x="116921" y="57604"/>
                  </a:lnTo>
                  <a:lnTo>
                    <a:pt x="117654" y="58100"/>
                  </a:lnTo>
                  <a:lnTo>
                    <a:pt x="118460" y="58760"/>
                  </a:lnTo>
                  <a:lnTo>
                    <a:pt x="119120" y="59586"/>
                  </a:lnTo>
                  <a:lnTo>
                    <a:pt x="119560" y="60688"/>
                  </a:lnTo>
                  <a:lnTo>
                    <a:pt x="119853" y="61899"/>
                  </a:lnTo>
                  <a:lnTo>
                    <a:pt x="120000" y="63441"/>
                  </a:lnTo>
                  <a:lnTo>
                    <a:pt x="119853" y="65259"/>
                  </a:lnTo>
                  <a:lnTo>
                    <a:pt x="119413" y="67407"/>
                  </a:lnTo>
                  <a:lnTo>
                    <a:pt x="118753" y="69885"/>
                  </a:lnTo>
                  <a:lnTo>
                    <a:pt x="117800" y="72638"/>
                  </a:lnTo>
                  <a:lnTo>
                    <a:pt x="116554" y="75777"/>
                  </a:lnTo>
                  <a:lnTo>
                    <a:pt x="115235" y="78421"/>
                  </a:lnTo>
                  <a:lnTo>
                    <a:pt x="114062" y="80569"/>
                  </a:lnTo>
                  <a:lnTo>
                    <a:pt x="112962" y="82221"/>
                  </a:lnTo>
                  <a:lnTo>
                    <a:pt x="111863" y="83597"/>
                  </a:lnTo>
                  <a:lnTo>
                    <a:pt x="110763" y="84479"/>
                  </a:lnTo>
                  <a:lnTo>
                    <a:pt x="109664" y="85250"/>
                  </a:lnTo>
                  <a:lnTo>
                    <a:pt x="108711" y="85580"/>
                  </a:lnTo>
                  <a:lnTo>
                    <a:pt x="107831" y="85745"/>
                  </a:lnTo>
                  <a:lnTo>
                    <a:pt x="106951" y="88774"/>
                  </a:lnTo>
                  <a:lnTo>
                    <a:pt x="105705" y="91968"/>
                  </a:lnTo>
                  <a:lnTo>
                    <a:pt x="104092" y="95107"/>
                  </a:lnTo>
                  <a:lnTo>
                    <a:pt x="102040" y="98301"/>
                  </a:lnTo>
                  <a:lnTo>
                    <a:pt x="99621" y="101441"/>
                  </a:lnTo>
                  <a:lnTo>
                    <a:pt x="96762" y="104469"/>
                  </a:lnTo>
                  <a:lnTo>
                    <a:pt x="93610" y="107333"/>
                  </a:lnTo>
                  <a:lnTo>
                    <a:pt x="90091" y="110032"/>
                  </a:lnTo>
                  <a:lnTo>
                    <a:pt x="86279" y="112620"/>
                  </a:lnTo>
                  <a:lnTo>
                    <a:pt x="82101" y="114823"/>
                  </a:lnTo>
                  <a:lnTo>
                    <a:pt x="77629" y="116695"/>
                  </a:lnTo>
                  <a:lnTo>
                    <a:pt x="72645" y="118292"/>
                  </a:lnTo>
                  <a:lnTo>
                    <a:pt x="68540" y="119173"/>
                  </a:lnTo>
                  <a:lnTo>
                    <a:pt x="64288" y="119779"/>
                  </a:lnTo>
                  <a:lnTo>
                    <a:pt x="59890" y="120000"/>
                  </a:lnTo>
                  <a:lnTo>
                    <a:pt x="55638" y="119779"/>
                  </a:lnTo>
                  <a:lnTo>
                    <a:pt x="51240" y="119284"/>
                  </a:lnTo>
                  <a:lnTo>
                    <a:pt x="47061" y="118347"/>
                  </a:lnTo>
                  <a:lnTo>
                    <a:pt x="42590" y="116971"/>
                  </a:lnTo>
                  <a:lnTo>
                    <a:pt x="38338" y="115208"/>
                  </a:lnTo>
                  <a:lnTo>
                    <a:pt x="34379" y="113171"/>
                  </a:lnTo>
                  <a:lnTo>
                    <a:pt x="30641" y="110968"/>
                  </a:lnTo>
                  <a:lnTo>
                    <a:pt x="27342" y="108490"/>
                  </a:lnTo>
                  <a:lnTo>
                    <a:pt x="24337" y="105846"/>
                  </a:lnTo>
                  <a:lnTo>
                    <a:pt x="21551" y="103148"/>
                  </a:lnTo>
                  <a:lnTo>
                    <a:pt x="19132" y="100284"/>
                  </a:lnTo>
                  <a:lnTo>
                    <a:pt x="17080" y="97420"/>
                  </a:lnTo>
                  <a:lnTo>
                    <a:pt x="15320" y="94446"/>
                  </a:lnTo>
                  <a:lnTo>
                    <a:pt x="13927" y="91473"/>
                  </a:lnTo>
                  <a:lnTo>
                    <a:pt x="12828" y="88609"/>
                  </a:lnTo>
                  <a:lnTo>
                    <a:pt x="12021" y="85745"/>
                  </a:lnTo>
                  <a:lnTo>
                    <a:pt x="11142" y="85580"/>
                  </a:lnTo>
                  <a:lnTo>
                    <a:pt x="10189" y="85250"/>
                  </a:lnTo>
                  <a:lnTo>
                    <a:pt x="9163" y="84479"/>
                  </a:lnTo>
                  <a:lnTo>
                    <a:pt x="8136" y="83597"/>
                  </a:lnTo>
                  <a:lnTo>
                    <a:pt x="7037" y="82221"/>
                  </a:lnTo>
                  <a:lnTo>
                    <a:pt x="5791" y="80569"/>
                  </a:lnTo>
                  <a:lnTo>
                    <a:pt x="4618" y="78421"/>
                  </a:lnTo>
                  <a:lnTo>
                    <a:pt x="3372" y="75777"/>
                  </a:lnTo>
                  <a:lnTo>
                    <a:pt x="2052" y="72638"/>
                  </a:lnTo>
                  <a:lnTo>
                    <a:pt x="1099" y="69885"/>
                  </a:lnTo>
                  <a:lnTo>
                    <a:pt x="439" y="67462"/>
                  </a:lnTo>
                  <a:lnTo>
                    <a:pt x="146" y="65369"/>
                  </a:lnTo>
                  <a:lnTo>
                    <a:pt x="0" y="63552"/>
                  </a:lnTo>
                  <a:lnTo>
                    <a:pt x="146" y="61955"/>
                  </a:lnTo>
                  <a:lnTo>
                    <a:pt x="366" y="60688"/>
                  </a:lnTo>
                  <a:lnTo>
                    <a:pt x="879" y="59586"/>
                  </a:lnTo>
                  <a:lnTo>
                    <a:pt x="1539" y="58760"/>
                  </a:lnTo>
                  <a:lnTo>
                    <a:pt x="2272" y="58100"/>
                  </a:lnTo>
                  <a:lnTo>
                    <a:pt x="3078" y="57714"/>
                  </a:lnTo>
                  <a:lnTo>
                    <a:pt x="4031" y="57384"/>
                  </a:lnTo>
                  <a:lnTo>
                    <a:pt x="5058" y="57218"/>
                  </a:lnTo>
                  <a:lnTo>
                    <a:pt x="6010" y="57108"/>
                  </a:lnTo>
                  <a:lnTo>
                    <a:pt x="7037" y="57218"/>
                  </a:lnTo>
                  <a:lnTo>
                    <a:pt x="5937" y="54355"/>
                  </a:lnTo>
                  <a:lnTo>
                    <a:pt x="5058" y="51436"/>
                  </a:lnTo>
                  <a:lnTo>
                    <a:pt x="4178" y="47691"/>
                  </a:lnTo>
                  <a:lnTo>
                    <a:pt x="3738" y="44001"/>
                  </a:lnTo>
                  <a:lnTo>
                    <a:pt x="3591" y="40367"/>
                  </a:lnTo>
                  <a:lnTo>
                    <a:pt x="4031" y="36842"/>
                  </a:lnTo>
                  <a:lnTo>
                    <a:pt x="4911" y="33373"/>
                  </a:lnTo>
                  <a:lnTo>
                    <a:pt x="6377" y="29683"/>
                  </a:lnTo>
                  <a:lnTo>
                    <a:pt x="8356" y="26158"/>
                  </a:lnTo>
                  <a:lnTo>
                    <a:pt x="10629" y="22964"/>
                  </a:lnTo>
                  <a:lnTo>
                    <a:pt x="13121" y="19990"/>
                  </a:lnTo>
                  <a:lnTo>
                    <a:pt x="15980" y="17292"/>
                  </a:lnTo>
                  <a:lnTo>
                    <a:pt x="19059" y="14814"/>
                  </a:lnTo>
                  <a:lnTo>
                    <a:pt x="23091" y="11785"/>
                  </a:lnTo>
                  <a:lnTo>
                    <a:pt x="27489" y="9141"/>
                  </a:lnTo>
                  <a:lnTo>
                    <a:pt x="32107" y="6663"/>
                  </a:lnTo>
                  <a:lnTo>
                    <a:pt x="36139" y="4791"/>
                  </a:lnTo>
                  <a:lnTo>
                    <a:pt x="40317" y="3139"/>
                  </a:lnTo>
                  <a:lnTo>
                    <a:pt x="44789" y="1817"/>
                  </a:lnTo>
                  <a:lnTo>
                    <a:pt x="48454" y="991"/>
                  </a:lnTo>
                  <a:lnTo>
                    <a:pt x="52412" y="440"/>
                  </a:lnTo>
                  <a:lnTo>
                    <a:pt x="56371" y="165"/>
                  </a:lnTo>
                  <a:lnTo>
                    <a:pt x="60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469;p54"/>
          <p:cNvGrpSpPr/>
          <p:nvPr/>
        </p:nvGrpSpPr>
        <p:grpSpPr>
          <a:xfrm>
            <a:off x="4122651" y="1482661"/>
            <a:ext cx="1371642" cy="649407"/>
            <a:chOff x="6371525" y="297700"/>
            <a:chExt cx="1022700" cy="484200"/>
          </a:xfrm>
        </p:grpSpPr>
        <p:sp>
          <p:nvSpPr>
            <p:cNvPr id="54" name="Google Shape;470;p54"/>
            <p:cNvSpPr/>
            <p:nvPr/>
          </p:nvSpPr>
          <p:spPr>
            <a:xfrm>
              <a:off x="6371525" y="297700"/>
              <a:ext cx="990900" cy="484200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71;p54"/>
            <p:cNvSpPr txBox="1"/>
            <p:nvPr/>
          </p:nvSpPr>
          <p:spPr>
            <a:xfrm>
              <a:off x="6371525" y="297700"/>
              <a:ext cx="10227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294667"/>
                  </a:solidFill>
                  <a:latin typeface="Lucida Sans" panose="020B0602030504020204" pitchFamily="34" charset="0"/>
                  <a:ea typeface="Open Sans"/>
                  <a:cs typeface="Open Sans"/>
                  <a:sym typeface="Open Sans"/>
                </a:rPr>
                <a:t>第二级</a:t>
              </a:r>
              <a:endParaRPr sz="1600" b="1" dirty="0">
                <a:solidFill>
                  <a:srgbClr val="294667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0169FE-9207-49B6-88E2-24A422BA7E35}"/>
              </a:ext>
            </a:extLst>
          </p:cNvPr>
          <p:cNvGrpSpPr/>
          <p:nvPr/>
        </p:nvGrpSpPr>
        <p:grpSpPr>
          <a:xfrm rot="10800000">
            <a:off x="2606066" y="-8928"/>
            <a:ext cx="8139773" cy="1250874"/>
            <a:chOff x="2203174" y="4452730"/>
            <a:chExt cx="8540094" cy="1391478"/>
          </a:xfrm>
          <a:solidFill>
            <a:schemeClr val="accent2">
              <a:alpha val="70000"/>
            </a:schemeClr>
          </a:solidFill>
        </p:grpSpPr>
        <p:sp>
          <p:nvSpPr>
            <p:cNvPr id="75" name="Freeform: Shape 13">
              <a:extLst>
                <a:ext uri="{FF2B5EF4-FFF2-40B4-BE49-F238E27FC236}">
                  <a16:creationId xmlns:a16="http://schemas.microsoft.com/office/drawing/2014/main" id="{54E8B188-D64E-49B7-AEA8-AAAE7DAC8102}"/>
                </a:ext>
              </a:extLst>
            </p:cNvPr>
            <p:cNvSpPr/>
            <p:nvPr/>
          </p:nvSpPr>
          <p:spPr>
            <a:xfrm>
              <a:off x="3266661" y="4452730"/>
              <a:ext cx="6450031" cy="1391478"/>
            </a:xfrm>
            <a:custGeom>
              <a:avLst/>
              <a:gdLst>
                <a:gd name="connsiteX0" fmla="*/ 0 w 7172739"/>
                <a:gd name="connsiteY0" fmla="*/ 0 h 1391478"/>
                <a:gd name="connsiteX1" fmla="*/ 6477000 w 7172739"/>
                <a:gd name="connsiteY1" fmla="*/ 0 h 1391478"/>
                <a:gd name="connsiteX2" fmla="*/ 7172739 w 7172739"/>
                <a:gd name="connsiteY2" fmla="*/ 695739 h 1391478"/>
                <a:gd name="connsiteX3" fmla="*/ 6477000 w 7172739"/>
                <a:gd name="connsiteY3" fmla="*/ 1391478 h 1391478"/>
                <a:gd name="connsiteX4" fmla="*/ 0 w 7172739"/>
                <a:gd name="connsiteY4" fmla="*/ 1391478 h 1391478"/>
                <a:gd name="connsiteX5" fmla="*/ 695739 w 7172739"/>
                <a:gd name="connsiteY5" fmla="*/ 695739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72739" h="1391478">
                  <a:moveTo>
                    <a:pt x="0" y="0"/>
                  </a:moveTo>
                  <a:lnTo>
                    <a:pt x="6477000" y="0"/>
                  </a:lnTo>
                  <a:lnTo>
                    <a:pt x="7172739" y="695739"/>
                  </a:lnTo>
                  <a:lnTo>
                    <a:pt x="6477000" y="1391478"/>
                  </a:lnTo>
                  <a:lnTo>
                    <a:pt x="0" y="1391478"/>
                  </a:lnTo>
                  <a:lnTo>
                    <a:pt x="695739" y="695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ucida Sans" panose="020B0602030504020204" pitchFamily="34" charset="0"/>
              </a:endParaRPr>
            </a:p>
          </p:txBody>
        </p:sp>
        <p:sp>
          <p:nvSpPr>
            <p:cNvPr id="76" name="Arrow: Chevron 14">
              <a:extLst>
                <a:ext uri="{FF2B5EF4-FFF2-40B4-BE49-F238E27FC236}">
                  <a16:creationId xmlns:a16="http://schemas.microsoft.com/office/drawing/2014/main" id="{64610898-C54C-4258-878C-B0CF860C4285}"/>
                </a:ext>
              </a:extLst>
            </p:cNvPr>
            <p:cNvSpPr/>
            <p:nvPr/>
          </p:nvSpPr>
          <p:spPr>
            <a:xfrm>
              <a:off x="9227060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77" name="Arrow: Chevron 15">
              <a:extLst>
                <a:ext uri="{FF2B5EF4-FFF2-40B4-BE49-F238E27FC236}">
                  <a16:creationId xmlns:a16="http://schemas.microsoft.com/office/drawing/2014/main" id="{6321F14D-7F7F-4069-8692-D98DDDD675CC}"/>
                </a:ext>
              </a:extLst>
            </p:cNvPr>
            <p:cNvSpPr/>
            <p:nvPr/>
          </p:nvSpPr>
          <p:spPr>
            <a:xfrm>
              <a:off x="9740348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78" name="Arrow: Chevron 16">
              <a:extLst>
                <a:ext uri="{FF2B5EF4-FFF2-40B4-BE49-F238E27FC236}">
                  <a16:creationId xmlns:a16="http://schemas.microsoft.com/office/drawing/2014/main" id="{2A85CE99-4132-43E5-B6E8-EA5DDE9223E8}"/>
                </a:ext>
              </a:extLst>
            </p:cNvPr>
            <p:cNvSpPr/>
            <p:nvPr/>
          </p:nvSpPr>
          <p:spPr>
            <a:xfrm>
              <a:off x="2203174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79" name="Arrow: Chevron 17">
              <a:extLst>
                <a:ext uri="{FF2B5EF4-FFF2-40B4-BE49-F238E27FC236}">
                  <a16:creationId xmlns:a16="http://schemas.microsoft.com/office/drawing/2014/main" id="{BD669EDF-8711-4A26-B9C2-77E7C372EAC4}"/>
                </a:ext>
              </a:extLst>
            </p:cNvPr>
            <p:cNvSpPr/>
            <p:nvPr/>
          </p:nvSpPr>
          <p:spPr>
            <a:xfrm>
              <a:off x="2716463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9C5785E5-E343-4372-801A-DBC1D253C837}"/>
              </a:ext>
            </a:extLst>
          </p:cNvPr>
          <p:cNvSpPr txBox="1"/>
          <p:nvPr/>
        </p:nvSpPr>
        <p:spPr>
          <a:xfrm>
            <a:off x="4057383" y="231787"/>
            <a:ext cx="51157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收入分成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90" name="Google Shape;433;p54"/>
          <p:cNvSpPr txBox="1"/>
          <p:nvPr/>
        </p:nvSpPr>
        <p:spPr>
          <a:xfrm>
            <a:off x="6211908" y="3939205"/>
            <a:ext cx="5656261" cy="411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600"/>
              </a:spcBef>
              <a:spcAft>
                <a:spcPts val="1600"/>
              </a:spcAft>
            </a:pPr>
            <a:r>
              <a:rPr lang="zh-CN" altLang="en-US" sz="2400" b="1" dirty="0">
                <a:solidFill>
                  <a:schemeClr val="bg1"/>
                </a:solidFill>
              </a:rPr>
              <a:t>红杉的收入分成机制</a:t>
            </a:r>
            <a:br>
              <a:rPr lang="zh-CN" altLang="en-US" sz="2400" dirty="0">
                <a:solidFill>
                  <a:schemeClr val="bg1"/>
                </a:solidFill>
              </a:rPr>
            </a:br>
            <a:r>
              <a:rPr lang="zh-CN" altLang="en-US" sz="2400" dirty="0">
                <a:solidFill>
                  <a:schemeClr val="bg1"/>
                </a:solidFill>
              </a:rPr>
              <a:t>让您有机会从多达 </a:t>
            </a:r>
            <a:r>
              <a:rPr lang="en-US" altLang="zh-CN" sz="2400" b="1" dirty="0">
                <a:solidFill>
                  <a:schemeClr val="bg1"/>
                </a:solidFill>
              </a:rPr>
              <a:t>6</a:t>
            </a:r>
            <a:r>
              <a:rPr lang="zh-CN" altLang="en-US" sz="2400" b="1" dirty="0">
                <a:solidFill>
                  <a:schemeClr val="bg1"/>
                </a:solidFill>
              </a:rPr>
              <a:t>层贷款顾问团队</a:t>
            </a:r>
            <a:r>
              <a:rPr lang="zh-CN" altLang="en-US" sz="2400" dirty="0">
                <a:solidFill>
                  <a:schemeClr val="bg1"/>
                </a:solidFill>
              </a:rPr>
              <a:t> 中持续获得 </a:t>
            </a:r>
            <a:r>
              <a:rPr lang="zh-CN" altLang="en-US" sz="2400" b="1" dirty="0">
                <a:solidFill>
                  <a:schemeClr val="bg1"/>
                </a:solidFill>
              </a:rPr>
              <a:t>被动收入</a:t>
            </a:r>
            <a:r>
              <a:rPr lang="zh-CN" altLang="en-US" sz="2400" dirty="0">
                <a:solidFill>
                  <a:schemeClr val="bg1"/>
                </a:solidFill>
              </a:rPr>
              <a:t>，</a:t>
            </a:r>
            <a:br>
              <a:rPr lang="zh-CN" altLang="en-US" sz="2400" dirty="0">
                <a:solidFill>
                  <a:schemeClr val="bg1"/>
                </a:solidFill>
              </a:rPr>
            </a:br>
            <a:r>
              <a:rPr lang="zh-CN" altLang="en-US" sz="2400" dirty="0">
                <a:solidFill>
                  <a:schemeClr val="bg1"/>
                </a:solidFill>
              </a:rPr>
              <a:t>而且</a:t>
            </a:r>
            <a:r>
              <a:rPr lang="zh-CN" altLang="en-US" sz="2400" b="1" dirty="0">
                <a:solidFill>
                  <a:schemeClr val="bg1"/>
                </a:solidFill>
              </a:rPr>
              <a:t>每位团队成员带来的收益没有上限</a:t>
            </a:r>
            <a:r>
              <a:rPr lang="zh-CN" altLang="en-US" sz="2400" dirty="0">
                <a:solidFill>
                  <a:schemeClr val="bg1"/>
                </a:solidFill>
              </a:rPr>
              <a:t>。</a:t>
            </a:r>
            <a:endParaRPr sz="2400" dirty="0">
              <a:solidFill>
                <a:schemeClr val="bg1"/>
              </a:solidFill>
              <a:latin typeface="Lucida Sans" panose="020B0602030504020204" pitchFamily="34" charset="0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D836E9A-3852-B51A-FF24-5367C84F9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021" y="6058722"/>
            <a:ext cx="1498279" cy="6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8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4F8F1DE-7710-4180-9C7B-7E47872AF093}"/>
              </a:ext>
            </a:extLst>
          </p:cNvPr>
          <p:cNvSpPr/>
          <p:nvPr/>
        </p:nvSpPr>
        <p:spPr>
          <a:xfrm rot="3113540">
            <a:off x="10096477" y="110414"/>
            <a:ext cx="3407198" cy="1908680"/>
          </a:xfrm>
          <a:custGeom>
            <a:avLst/>
            <a:gdLst>
              <a:gd name="connsiteX0" fmla="*/ 1729832 w 3407198"/>
              <a:gd name="connsiteY0" fmla="*/ 1009980 h 1908680"/>
              <a:gd name="connsiteX1" fmla="*/ 1729832 w 3407198"/>
              <a:gd name="connsiteY1" fmla="*/ 1201333 h 1908680"/>
              <a:gd name="connsiteX2" fmla="*/ 1764380 w 3407198"/>
              <a:gd name="connsiteY2" fmla="*/ 1185191 h 1908680"/>
              <a:gd name="connsiteX3" fmla="*/ 1806097 w 3407198"/>
              <a:gd name="connsiteY3" fmla="*/ 1086994 h 1908680"/>
              <a:gd name="connsiteX4" fmla="*/ 1729832 w 3407198"/>
              <a:gd name="connsiteY4" fmla="*/ 1009980 h 1908680"/>
              <a:gd name="connsiteX5" fmla="*/ 1622560 w 3407198"/>
              <a:gd name="connsiteY5" fmla="*/ 742987 h 1908680"/>
              <a:gd name="connsiteX6" fmla="*/ 1608421 w 3407198"/>
              <a:gd name="connsiteY6" fmla="*/ 766797 h 1908680"/>
              <a:gd name="connsiteX7" fmla="*/ 1601196 w 3407198"/>
              <a:gd name="connsiteY7" fmla="*/ 821688 h 1908680"/>
              <a:gd name="connsiteX8" fmla="*/ 1679082 w 3407198"/>
              <a:gd name="connsiteY8" fmla="*/ 909222 h 1908680"/>
              <a:gd name="connsiteX9" fmla="*/ 1679083 w 3407198"/>
              <a:gd name="connsiteY9" fmla="*/ 706870 h 1908680"/>
              <a:gd name="connsiteX10" fmla="*/ 1642913 w 3407198"/>
              <a:gd name="connsiteY10" fmla="*/ 723491 h 1908680"/>
              <a:gd name="connsiteX11" fmla="*/ 1622560 w 3407198"/>
              <a:gd name="connsiteY11" fmla="*/ 742987 h 1908680"/>
              <a:gd name="connsiteX12" fmla="*/ 1556802 w 3407198"/>
              <a:gd name="connsiteY12" fmla="*/ 690870 h 1908680"/>
              <a:gd name="connsiteX13" fmla="*/ 1593660 w 3407198"/>
              <a:gd name="connsiteY13" fmla="*/ 655565 h 1908680"/>
              <a:gd name="connsiteX14" fmla="*/ 1679082 w 3407198"/>
              <a:gd name="connsiteY14" fmla="*/ 621594 h 1908680"/>
              <a:gd name="connsiteX15" fmla="*/ 1679082 w 3407198"/>
              <a:gd name="connsiteY15" fmla="*/ 586623 h 1908680"/>
              <a:gd name="connsiteX16" fmla="*/ 1729832 w 3407198"/>
              <a:gd name="connsiteY16" fmla="*/ 586622 h 1908680"/>
              <a:gd name="connsiteX17" fmla="*/ 1729832 w 3407198"/>
              <a:gd name="connsiteY17" fmla="*/ 621820 h 1908680"/>
              <a:gd name="connsiteX18" fmla="*/ 1786163 w 3407198"/>
              <a:gd name="connsiteY18" fmla="*/ 639034 h 1908680"/>
              <a:gd name="connsiteX19" fmla="*/ 1890922 w 3407198"/>
              <a:gd name="connsiteY19" fmla="*/ 801380 h 1908680"/>
              <a:gd name="connsiteX20" fmla="*/ 1807059 w 3407198"/>
              <a:gd name="connsiteY20" fmla="*/ 804010 h 1908680"/>
              <a:gd name="connsiteX21" fmla="*/ 1749213 w 3407198"/>
              <a:gd name="connsiteY21" fmla="*/ 714363 h 1908680"/>
              <a:gd name="connsiteX22" fmla="*/ 1729832 w 3407198"/>
              <a:gd name="connsiteY22" fmla="*/ 707399 h 1908680"/>
              <a:gd name="connsiteX23" fmla="*/ 1729832 w 3407198"/>
              <a:gd name="connsiteY23" fmla="*/ 925643 h 1908680"/>
              <a:gd name="connsiteX24" fmla="*/ 1889186 w 3407198"/>
              <a:gd name="connsiteY24" fmla="*/ 1076635 h 1908680"/>
              <a:gd name="connsiteX25" fmla="*/ 1813633 w 3407198"/>
              <a:gd name="connsiteY25" fmla="*/ 1253117 h 1908680"/>
              <a:gd name="connsiteX26" fmla="*/ 1729832 w 3407198"/>
              <a:gd name="connsiteY26" fmla="*/ 1286894 h 1908680"/>
              <a:gd name="connsiteX27" fmla="*/ 1729832 w 3407198"/>
              <a:gd name="connsiteY27" fmla="*/ 1322059 h 1908680"/>
              <a:gd name="connsiteX28" fmla="*/ 1679083 w 3407198"/>
              <a:gd name="connsiteY28" fmla="*/ 1322059 h 1908680"/>
              <a:gd name="connsiteX29" fmla="*/ 1679083 w 3407198"/>
              <a:gd name="connsiteY29" fmla="*/ 1287105 h 1908680"/>
              <a:gd name="connsiteX30" fmla="*/ 1621130 w 3407198"/>
              <a:gd name="connsiteY30" fmla="*/ 1269648 h 1908680"/>
              <a:gd name="connsiteX31" fmla="*/ 1516371 w 3407198"/>
              <a:gd name="connsiteY31" fmla="*/ 1107301 h 1908680"/>
              <a:gd name="connsiteX32" fmla="*/ 1600234 w 3407198"/>
              <a:gd name="connsiteY32" fmla="*/ 1104671 h 1908680"/>
              <a:gd name="connsiteX33" fmla="*/ 1658080 w 3407198"/>
              <a:gd name="connsiteY33" fmla="*/ 1194318 h 1908680"/>
              <a:gd name="connsiteX34" fmla="*/ 1679083 w 3407198"/>
              <a:gd name="connsiteY34" fmla="*/ 1201698 h 1908680"/>
              <a:gd name="connsiteX35" fmla="*/ 1679082 w 3407198"/>
              <a:gd name="connsiteY35" fmla="*/ 997428 h 1908680"/>
              <a:gd name="connsiteX36" fmla="*/ 1518112 w 3407198"/>
              <a:gd name="connsiteY36" fmla="*/ 833394 h 1908680"/>
              <a:gd name="connsiteX37" fmla="*/ 1556802 w 3407198"/>
              <a:gd name="connsiteY37" fmla="*/ 690870 h 1908680"/>
              <a:gd name="connsiteX38" fmla="*/ 530407 w 3407198"/>
              <a:gd name="connsiteY38" fmla="*/ 834037 h 1908680"/>
              <a:gd name="connsiteX39" fmla="*/ 493660 w 3407198"/>
              <a:gd name="connsiteY39" fmla="*/ 954341 h 1908680"/>
              <a:gd name="connsiteX40" fmla="*/ 708831 w 3407198"/>
              <a:gd name="connsiteY40" fmla="*/ 1169512 h 1908680"/>
              <a:gd name="connsiteX41" fmla="*/ 924002 w 3407198"/>
              <a:gd name="connsiteY41" fmla="*/ 954341 h 1908680"/>
              <a:gd name="connsiteX42" fmla="*/ 708831 w 3407198"/>
              <a:gd name="connsiteY42" fmla="*/ 739170 h 1908680"/>
              <a:gd name="connsiteX43" fmla="*/ 530407 w 3407198"/>
              <a:gd name="connsiteY43" fmla="*/ 834037 h 1908680"/>
              <a:gd name="connsiteX44" fmla="*/ 1098922 w 3407198"/>
              <a:gd name="connsiteY44" fmla="*/ 0 h 1908680"/>
              <a:gd name="connsiteX45" fmla="*/ 1121883 w 3407198"/>
              <a:gd name="connsiteY45" fmla="*/ 0 h 1908680"/>
              <a:gd name="connsiteX46" fmla="*/ 1263002 w 3407198"/>
              <a:gd name="connsiteY46" fmla="*/ 110682 h 1908680"/>
              <a:gd name="connsiteX47" fmla="*/ 1012113 w 3407198"/>
              <a:gd name="connsiteY47" fmla="*/ 110682 h 1908680"/>
              <a:gd name="connsiteX48" fmla="*/ 943490 w 3407198"/>
              <a:gd name="connsiteY48" fmla="*/ 198175 h 1908680"/>
              <a:gd name="connsiteX49" fmla="*/ 1374555 w 3407198"/>
              <a:gd name="connsiteY49" fmla="*/ 198175 h 1908680"/>
              <a:gd name="connsiteX50" fmla="*/ 1711021 w 3407198"/>
              <a:gd name="connsiteY50" fmla="*/ 462070 h 1908680"/>
              <a:gd name="connsiteX51" fmla="*/ 1703600 w 3407198"/>
              <a:gd name="connsiteY51" fmla="*/ 461322 h 1908680"/>
              <a:gd name="connsiteX52" fmla="*/ 1294780 w 3407198"/>
              <a:gd name="connsiteY52" fmla="*/ 678690 h 1908680"/>
              <a:gd name="connsiteX53" fmla="*/ 1210579 w 3407198"/>
              <a:gd name="connsiteY53" fmla="*/ 954342 h 1908680"/>
              <a:gd name="connsiteX54" fmla="*/ 1703600 w 3407198"/>
              <a:gd name="connsiteY54" fmla="*/ 1447362 h 1908680"/>
              <a:gd name="connsiteX55" fmla="*/ 2196620 w 3407198"/>
              <a:gd name="connsiteY55" fmla="*/ 954342 h 1908680"/>
              <a:gd name="connsiteX56" fmla="*/ 2186604 w 3407198"/>
              <a:gd name="connsiteY56" fmla="*/ 854981 h 1908680"/>
              <a:gd name="connsiteX57" fmla="*/ 2178437 w 3407198"/>
              <a:gd name="connsiteY57" fmla="*/ 828672 h 1908680"/>
              <a:gd name="connsiteX58" fmla="*/ 3194663 w 3407198"/>
              <a:gd name="connsiteY58" fmla="*/ 1625715 h 1908680"/>
              <a:gd name="connsiteX59" fmla="*/ 3194663 w 3407198"/>
              <a:gd name="connsiteY59" fmla="*/ 1710506 h 1908680"/>
              <a:gd name="connsiteX60" fmla="*/ 212536 w 3407198"/>
              <a:gd name="connsiteY60" fmla="*/ 1710506 h 1908680"/>
              <a:gd name="connsiteX61" fmla="*/ 212536 w 3407198"/>
              <a:gd name="connsiteY61" fmla="*/ 1130139 h 1908680"/>
              <a:gd name="connsiteX62" fmla="*/ 134724 w 3407198"/>
              <a:gd name="connsiteY62" fmla="*/ 1229348 h 1908680"/>
              <a:gd name="connsiteX63" fmla="*/ 134724 w 3407198"/>
              <a:gd name="connsiteY63" fmla="*/ 1797999 h 1908680"/>
              <a:gd name="connsiteX64" fmla="*/ 3272475 w 3407198"/>
              <a:gd name="connsiteY64" fmla="*/ 1797999 h 1908680"/>
              <a:gd name="connsiteX65" fmla="*/ 3272475 w 3407198"/>
              <a:gd name="connsiteY65" fmla="*/ 1686744 h 1908680"/>
              <a:gd name="connsiteX66" fmla="*/ 3407198 w 3407198"/>
              <a:gd name="connsiteY66" fmla="*/ 1792409 h 1908680"/>
              <a:gd name="connsiteX67" fmla="*/ 3407198 w 3407198"/>
              <a:gd name="connsiteY67" fmla="*/ 1908680 h 1908680"/>
              <a:gd name="connsiteX68" fmla="*/ 0 w 3407198"/>
              <a:gd name="connsiteY68" fmla="*/ 1908680 h 1908680"/>
              <a:gd name="connsiteX69" fmla="*/ 0 w 3407198"/>
              <a:gd name="connsiteY69" fmla="*/ 1401121 h 190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407198" h="1908680">
                <a:moveTo>
                  <a:pt x="1729832" y="1009980"/>
                </a:moveTo>
                <a:lnTo>
                  <a:pt x="1729832" y="1201333"/>
                </a:lnTo>
                <a:cubicBezTo>
                  <a:pt x="1742094" y="1198313"/>
                  <a:pt x="1753812" y="1192854"/>
                  <a:pt x="1764380" y="1185191"/>
                </a:cubicBezTo>
                <a:cubicBezTo>
                  <a:pt x="1795392" y="1162705"/>
                  <a:pt x="1811441" y="1124925"/>
                  <a:pt x="1806097" y="1086994"/>
                </a:cubicBezTo>
                <a:cubicBezTo>
                  <a:pt x="1799636" y="1037499"/>
                  <a:pt x="1769144" y="1020805"/>
                  <a:pt x="1729832" y="1009980"/>
                </a:cubicBezTo>
                <a:close/>
                <a:moveTo>
                  <a:pt x="1622560" y="742987"/>
                </a:moveTo>
                <a:cubicBezTo>
                  <a:pt x="1616778" y="750283"/>
                  <a:pt x="1612031" y="758299"/>
                  <a:pt x="1608421" y="766797"/>
                </a:cubicBezTo>
                <a:cubicBezTo>
                  <a:pt x="1601200" y="783795"/>
                  <a:pt x="1598523" y="802723"/>
                  <a:pt x="1601196" y="821688"/>
                </a:cubicBezTo>
                <a:cubicBezTo>
                  <a:pt x="1611478" y="872288"/>
                  <a:pt x="1641655" y="894695"/>
                  <a:pt x="1679082" y="909222"/>
                </a:cubicBezTo>
                <a:lnTo>
                  <a:pt x="1679083" y="706870"/>
                </a:lnTo>
                <a:cubicBezTo>
                  <a:pt x="1666247" y="709886"/>
                  <a:pt x="1653953" y="715485"/>
                  <a:pt x="1642913" y="723491"/>
                </a:cubicBezTo>
                <a:cubicBezTo>
                  <a:pt x="1635160" y="729113"/>
                  <a:pt x="1628342" y="735690"/>
                  <a:pt x="1622560" y="742987"/>
                </a:cubicBezTo>
                <a:close/>
                <a:moveTo>
                  <a:pt x="1556802" y="690870"/>
                </a:moveTo>
                <a:cubicBezTo>
                  <a:pt x="1567273" y="677656"/>
                  <a:pt x="1579620" y="665745"/>
                  <a:pt x="1593660" y="655565"/>
                </a:cubicBezTo>
                <a:cubicBezTo>
                  <a:pt x="1619333" y="636949"/>
                  <a:pt x="1648749" y="625514"/>
                  <a:pt x="1679082" y="621594"/>
                </a:cubicBezTo>
                <a:lnTo>
                  <a:pt x="1679082" y="586623"/>
                </a:lnTo>
                <a:lnTo>
                  <a:pt x="1729832" y="586622"/>
                </a:lnTo>
                <a:lnTo>
                  <a:pt x="1729832" y="621820"/>
                </a:lnTo>
                <a:cubicBezTo>
                  <a:pt x="1749125" y="624442"/>
                  <a:pt x="1768138" y="630192"/>
                  <a:pt x="1786163" y="639034"/>
                </a:cubicBezTo>
                <a:cubicBezTo>
                  <a:pt x="1848443" y="669584"/>
                  <a:pt x="1888748" y="732046"/>
                  <a:pt x="1890922" y="801380"/>
                </a:cubicBezTo>
                <a:lnTo>
                  <a:pt x="1807059" y="804010"/>
                </a:lnTo>
                <a:cubicBezTo>
                  <a:pt x="1805859" y="765723"/>
                  <a:pt x="1783603" y="731232"/>
                  <a:pt x="1749213" y="714363"/>
                </a:cubicBezTo>
                <a:cubicBezTo>
                  <a:pt x="1742955" y="711293"/>
                  <a:pt x="1736482" y="708899"/>
                  <a:pt x="1729832" y="707399"/>
                </a:cubicBezTo>
                <a:lnTo>
                  <a:pt x="1729832" y="925643"/>
                </a:lnTo>
                <a:cubicBezTo>
                  <a:pt x="1796112" y="944733"/>
                  <a:pt x="1866912" y="966570"/>
                  <a:pt x="1889186" y="1076635"/>
                </a:cubicBezTo>
                <a:cubicBezTo>
                  <a:pt x="1898485" y="1144857"/>
                  <a:pt x="1869433" y="1212658"/>
                  <a:pt x="1813633" y="1253117"/>
                </a:cubicBezTo>
                <a:cubicBezTo>
                  <a:pt x="1788415" y="1271402"/>
                  <a:pt x="1759589" y="1282759"/>
                  <a:pt x="1729832" y="1286894"/>
                </a:cubicBezTo>
                <a:lnTo>
                  <a:pt x="1729832" y="1322059"/>
                </a:lnTo>
                <a:lnTo>
                  <a:pt x="1679083" y="1322059"/>
                </a:lnTo>
                <a:lnTo>
                  <a:pt x="1679083" y="1287105"/>
                </a:lnTo>
                <a:cubicBezTo>
                  <a:pt x="1659236" y="1284560"/>
                  <a:pt x="1639661" y="1278738"/>
                  <a:pt x="1621130" y="1269648"/>
                </a:cubicBezTo>
                <a:cubicBezTo>
                  <a:pt x="1558850" y="1239097"/>
                  <a:pt x="1518544" y="1176637"/>
                  <a:pt x="1516371" y="1107301"/>
                </a:cubicBezTo>
                <a:lnTo>
                  <a:pt x="1600234" y="1104671"/>
                </a:lnTo>
                <a:cubicBezTo>
                  <a:pt x="1601434" y="1142958"/>
                  <a:pt x="1623690" y="1177449"/>
                  <a:pt x="1658080" y="1194318"/>
                </a:cubicBezTo>
                <a:cubicBezTo>
                  <a:pt x="1664853" y="1197640"/>
                  <a:pt x="1671876" y="1200172"/>
                  <a:pt x="1679083" y="1201698"/>
                </a:cubicBezTo>
                <a:lnTo>
                  <a:pt x="1679082" y="997428"/>
                </a:lnTo>
                <a:cubicBezTo>
                  <a:pt x="1615293" y="981703"/>
                  <a:pt x="1545989" y="954821"/>
                  <a:pt x="1518112" y="833394"/>
                </a:cubicBezTo>
                <a:cubicBezTo>
                  <a:pt x="1510854" y="781875"/>
                  <a:pt x="1525388" y="730511"/>
                  <a:pt x="1556802" y="690870"/>
                </a:cubicBezTo>
                <a:close/>
                <a:moveTo>
                  <a:pt x="530407" y="834037"/>
                </a:moveTo>
                <a:cubicBezTo>
                  <a:pt x="507207" y="868378"/>
                  <a:pt x="493660" y="909777"/>
                  <a:pt x="493660" y="954341"/>
                </a:cubicBezTo>
                <a:cubicBezTo>
                  <a:pt x="493660" y="1073176"/>
                  <a:pt x="589995" y="1169512"/>
                  <a:pt x="708831" y="1169512"/>
                </a:cubicBezTo>
                <a:cubicBezTo>
                  <a:pt x="827667" y="1169512"/>
                  <a:pt x="924002" y="1073176"/>
                  <a:pt x="924002" y="954341"/>
                </a:cubicBezTo>
                <a:cubicBezTo>
                  <a:pt x="924002" y="835505"/>
                  <a:pt x="827667" y="739170"/>
                  <a:pt x="708831" y="739170"/>
                </a:cubicBezTo>
                <a:cubicBezTo>
                  <a:pt x="634558" y="739170"/>
                  <a:pt x="569075" y="776801"/>
                  <a:pt x="530407" y="834037"/>
                </a:cubicBezTo>
                <a:close/>
                <a:moveTo>
                  <a:pt x="1098922" y="0"/>
                </a:moveTo>
                <a:lnTo>
                  <a:pt x="1121883" y="0"/>
                </a:lnTo>
                <a:lnTo>
                  <a:pt x="1263002" y="110682"/>
                </a:lnTo>
                <a:lnTo>
                  <a:pt x="1012113" y="110682"/>
                </a:lnTo>
                <a:close/>
                <a:moveTo>
                  <a:pt x="943490" y="198175"/>
                </a:moveTo>
                <a:lnTo>
                  <a:pt x="1374555" y="198175"/>
                </a:lnTo>
                <a:lnTo>
                  <a:pt x="1711021" y="462070"/>
                </a:lnTo>
                <a:lnTo>
                  <a:pt x="1703600" y="461322"/>
                </a:lnTo>
                <a:cubicBezTo>
                  <a:pt x="1533420" y="461322"/>
                  <a:pt x="1383379" y="547546"/>
                  <a:pt x="1294780" y="678690"/>
                </a:cubicBezTo>
                <a:cubicBezTo>
                  <a:pt x="1241620" y="757376"/>
                  <a:pt x="1210580" y="852234"/>
                  <a:pt x="1210579" y="954342"/>
                </a:cubicBezTo>
                <a:cubicBezTo>
                  <a:pt x="1210579" y="1226629"/>
                  <a:pt x="1431312" y="1447361"/>
                  <a:pt x="1703600" y="1447362"/>
                </a:cubicBezTo>
                <a:cubicBezTo>
                  <a:pt x="1975887" y="1447362"/>
                  <a:pt x="2196620" y="1226629"/>
                  <a:pt x="2196620" y="954342"/>
                </a:cubicBezTo>
                <a:cubicBezTo>
                  <a:pt x="2196620" y="920306"/>
                  <a:pt x="2193171" y="887076"/>
                  <a:pt x="2186604" y="854981"/>
                </a:cubicBezTo>
                <a:lnTo>
                  <a:pt x="2178437" y="828672"/>
                </a:lnTo>
                <a:lnTo>
                  <a:pt x="3194663" y="1625715"/>
                </a:lnTo>
                <a:lnTo>
                  <a:pt x="3194663" y="1710506"/>
                </a:lnTo>
                <a:lnTo>
                  <a:pt x="212536" y="1710506"/>
                </a:lnTo>
                <a:lnTo>
                  <a:pt x="212536" y="1130139"/>
                </a:lnTo>
                <a:close/>
                <a:moveTo>
                  <a:pt x="134724" y="1229348"/>
                </a:moveTo>
                <a:lnTo>
                  <a:pt x="134724" y="1797999"/>
                </a:lnTo>
                <a:lnTo>
                  <a:pt x="3272475" y="1797999"/>
                </a:lnTo>
                <a:lnTo>
                  <a:pt x="3272475" y="1686744"/>
                </a:lnTo>
                <a:lnTo>
                  <a:pt x="3407198" y="1792409"/>
                </a:lnTo>
                <a:lnTo>
                  <a:pt x="3407198" y="1908680"/>
                </a:lnTo>
                <a:lnTo>
                  <a:pt x="0" y="1908680"/>
                </a:lnTo>
                <a:lnTo>
                  <a:pt x="0" y="1401121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C0A1F61-75AE-472A-819F-A4BA357F8F37}"/>
              </a:ext>
            </a:extLst>
          </p:cNvPr>
          <p:cNvSpPr/>
          <p:nvPr/>
        </p:nvSpPr>
        <p:spPr>
          <a:xfrm rot="3113540">
            <a:off x="6152051" y="722779"/>
            <a:ext cx="1935168" cy="1084063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590C66-4AB7-481F-0ED5-780182CB1056}"/>
              </a:ext>
            </a:extLst>
          </p:cNvPr>
          <p:cNvGrpSpPr/>
          <p:nvPr/>
        </p:nvGrpSpPr>
        <p:grpSpPr>
          <a:xfrm>
            <a:off x="631203" y="1482222"/>
            <a:ext cx="10556394" cy="4243693"/>
            <a:chOff x="631203" y="1482222"/>
            <a:chExt cx="10556394" cy="4243693"/>
          </a:xfrm>
        </p:grpSpPr>
        <p:sp>
          <p:nvSpPr>
            <p:cNvPr id="17" name="Google Shape;479;p55"/>
            <p:cNvSpPr/>
            <p:nvPr/>
          </p:nvSpPr>
          <p:spPr>
            <a:xfrm>
              <a:off x="631203" y="1570729"/>
              <a:ext cx="3736291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18" name="Google Shape;480;p55"/>
            <p:cNvSpPr/>
            <p:nvPr/>
          </p:nvSpPr>
          <p:spPr>
            <a:xfrm>
              <a:off x="4682564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19" name="Google Shape;481;p55"/>
            <p:cNvSpPr/>
            <p:nvPr/>
          </p:nvSpPr>
          <p:spPr>
            <a:xfrm>
              <a:off x="8108697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20" name="Google Shape;482;p55"/>
            <p:cNvSpPr txBox="1"/>
            <p:nvPr/>
          </p:nvSpPr>
          <p:spPr>
            <a:xfrm>
              <a:off x="631203" y="1570776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层级</a:t>
              </a:r>
              <a:endParaRPr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483;p55"/>
            <p:cNvSpPr txBox="1"/>
            <p:nvPr/>
          </p:nvSpPr>
          <p:spPr>
            <a:xfrm>
              <a:off x="4682564" y="1570716"/>
              <a:ext cx="3078900" cy="561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altLang="en-US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团队利润</a:t>
              </a:r>
              <a:endParaRPr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Google Shape;484;p55"/>
            <p:cNvSpPr txBox="1"/>
            <p:nvPr/>
          </p:nvSpPr>
          <p:spPr>
            <a:xfrm>
              <a:off x="8106491" y="148222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/>
                <a:t>需要的</a:t>
              </a:r>
              <a:endParaRPr lang="en-US" altLang="zh-CN" sz="1600"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/>
                <a:t>个人贷款顾问数量</a:t>
              </a:r>
              <a:endParaRPr sz="1600" b="1" dirty="0">
                <a:solidFill>
                  <a:srgbClr val="FFFFFF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Google Shape;486;p55"/>
            <p:cNvSpPr/>
            <p:nvPr/>
          </p:nvSpPr>
          <p:spPr>
            <a:xfrm>
              <a:off x="631203" y="2166545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25" name="Google Shape;487;p55"/>
            <p:cNvSpPr/>
            <p:nvPr/>
          </p:nvSpPr>
          <p:spPr>
            <a:xfrm>
              <a:off x="4682564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26" name="Google Shape;488;p55"/>
            <p:cNvSpPr/>
            <p:nvPr/>
          </p:nvSpPr>
          <p:spPr>
            <a:xfrm>
              <a:off x="8108697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27" name="Google Shape;489;p55"/>
            <p:cNvSpPr txBox="1"/>
            <p:nvPr/>
          </p:nvSpPr>
          <p:spPr>
            <a:xfrm>
              <a:off x="631203" y="2166539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第一级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8" name="Google Shape;490;p55"/>
            <p:cNvSpPr txBox="1"/>
            <p:nvPr/>
          </p:nvSpPr>
          <p:spPr>
            <a:xfrm>
              <a:off x="4682564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10% </a:t>
              </a: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团队利润</a:t>
              </a:r>
              <a:r>
                <a:rPr 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 = $2,000</a:t>
              </a:r>
            </a:p>
          </p:txBody>
        </p:sp>
        <p:sp>
          <p:nvSpPr>
            <p:cNvPr id="29" name="Google Shape;491;p55"/>
            <p:cNvSpPr txBox="1"/>
            <p:nvPr/>
          </p:nvSpPr>
          <p:spPr>
            <a:xfrm>
              <a:off x="8106491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1+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1" name="Google Shape;493;p55"/>
            <p:cNvSpPr/>
            <p:nvPr/>
          </p:nvSpPr>
          <p:spPr>
            <a:xfrm>
              <a:off x="631203" y="2762360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32" name="Google Shape;494;p55"/>
            <p:cNvSpPr/>
            <p:nvPr/>
          </p:nvSpPr>
          <p:spPr>
            <a:xfrm>
              <a:off x="4682564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33" name="Google Shape;495;p55"/>
            <p:cNvSpPr/>
            <p:nvPr/>
          </p:nvSpPr>
          <p:spPr>
            <a:xfrm>
              <a:off x="8108697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34" name="Google Shape;496;p55"/>
            <p:cNvSpPr txBox="1"/>
            <p:nvPr/>
          </p:nvSpPr>
          <p:spPr>
            <a:xfrm>
              <a:off x="631203" y="276236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第二级</a:t>
              </a:r>
            </a:p>
          </p:txBody>
        </p:sp>
        <p:sp>
          <p:nvSpPr>
            <p:cNvPr id="35" name="Google Shape;497;p55"/>
            <p:cNvSpPr txBox="1"/>
            <p:nvPr/>
          </p:nvSpPr>
          <p:spPr>
            <a:xfrm>
              <a:off x="4682564" y="272840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5% </a:t>
              </a: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团队利润</a:t>
              </a: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 = $1,000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6" name="Google Shape;498;p55"/>
            <p:cNvSpPr txBox="1"/>
            <p:nvPr/>
          </p:nvSpPr>
          <p:spPr>
            <a:xfrm>
              <a:off x="8106491" y="2718120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3+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8" name="Google Shape;500;p55"/>
            <p:cNvSpPr/>
            <p:nvPr/>
          </p:nvSpPr>
          <p:spPr>
            <a:xfrm>
              <a:off x="631203" y="3358177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39" name="Google Shape;501;p55"/>
            <p:cNvSpPr/>
            <p:nvPr/>
          </p:nvSpPr>
          <p:spPr>
            <a:xfrm>
              <a:off x="4682564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40" name="Google Shape;502;p55"/>
            <p:cNvSpPr/>
            <p:nvPr/>
          </p:nvSpPr>
          <p:spPr>
            <a:xfrm>
              <a:off x="8108697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41" name="Google Shape;503;p55"/>
            <p:cNvSpPr txBox="1"/>
            <p:nvPr/>
          </p:nvSpPr>
          <p:spPr>
            <a:xfrm>
              <a:off x="631203" y="3358171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第三级</a:t>
              </a:r>
            </a:p>
          </p:txBody>
        </p:sp>
        <p:sp>
          <p:nvSpPr>
            <p:cNvPr id="42" name="Google Shape;504;p55"/>
            <p:cNvSpPr txBox="1"/>
            <p:nvPr/>
          </p:nvSpPr>
          <p:spPr>
            <a:xfrm>
              <a:off x="4682564" y="33412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3% </a:t>
              </a: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团队利润</a:t>
              </a: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 = $600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43" name="Google Shape;505;p55"/>
            <p:cNvSpPr txBox="1"/>
            <p:nvPr/>
          </p:nvSpPr>
          <p:spPr>
            <a:xfrm>
              <a:off x="8106491" y="334119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5+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45" name="Google Shape;507;p55"/>
            <p:cNvSpPr/>
            <p:nvPr/>
          </p:nvSpPr>
          <p:spPr>
            <a:xfrm>
              <a:off x="631203" y="3953992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46" name="Google Shape;508;p55"/>
            <p:cNvSpPr/>
            <p:nvPr/>
          </p:nvSpPr>
          <p:spPr>
            <a:xfrm>
              <a:off x="4682564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47" name="Google Shape;509;p55"/>
            <p:cNvSpPr/>
            <p:nvPr/>
          </p:nvSpPr>
          <p:spPr>
            <a:xfrm>
              <a:off x="8108697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48" name="Google Shape;510;p55"/>
            <p:cNvSpPr txBox="1"/>
            <p:nvPr/>
          </p:nvSpPr>
          <p:spPr>
            <a:xfrm>
              <a:off x="631203" y="3953980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第四级</a:t>
              </a:r>
            </a:p>
          </p:txBody>
        </p:sp>
        <p:sp>
          <p:nvSpPr>
            <p:cNvPr id="49" name="Google Shape;511;p55"/>
            <p:cNvSpPr txBox="1"/>
            <p:nvPr/>
          </p:nvSpPr>
          <p:spPr>
            <a:xfrm>
              <a:off x="4682564" y="3920055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</a:t>
              </a: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团队利润</a:t>
              </a: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 = $300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0" name="Google Shape;512;p55"/>
            <p:cNvSpPr txBox="1"/>
            <p:nvPr/>
          </p:nvSpPr>
          <p:spPr>
            <a:xfrm>
              <a:off x="8106491" y="3911137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8+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2" name="Google Shape;514;p55"/>
            <p:cNvSpPr/>
            <p:nvPr/>
          </p:nvSpPr>
          <p:spPr>
            <a:xfrm>
              <a:off x="631203" y="4549808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53" name="Google Shape;515;p55"/>
            <p:cNvSpPr/>
            <p:nvPr/>
          </p:nvSpPr>
          <p:spPr>
            <a:xfrm>
              <a:off x="4682564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54" name="Google Shape;516;p55"/>
            <p:cNvSpPr/>
            <p:nvPr/>
          </p:nvSpPr>
          <p:spPr>
            <a:xfrm>
              <a:off x="8108697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55" name="Google Shape;517;p55"/>
            <p:cNvSpPr txBox="1"/>
            <p:nvPr/>
          </p:nvSpPr>
          <p:spPr>
            <a:xfrm>
              <a:off x="631203" y="454980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第五级</a:t>
              </a:r>
            </a:p>
          </p:txBody>
        </p:sp>
        <p:sp>
          <p:nvSpPr>
            <p:cNvPr id="56" name="Google Shape;518;p55"/>
            <p:cNvSpPr txBox="1"/>
            <p:nvPr/>
          </p:nvSpPr>
          <p:spPr>
            <a:xfrm>
              <a:off x="4682564" y="454984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</a:t>
              </a: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团队利润</a:t>
              </a: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 = $300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7" name="Google Shape;519;p55"/>
            <p:cNvSpPr txBox="1"/>
            <p:nvPr/>
          </p:nvSpPr>
          <p:spPr>
            <a:xfrm>
              <a:off x="8106491" y="4532029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12+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9" name="Google Shape;521;p55"/>
            <p:cNvSpPr/>
            <p:nvPr/>
          </p:nvSpPr>
          <p:spPr>
            <a:xfrm>
              <a:off x="631203" y="5145623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60" name="Google Shape;522;p55"/>
            <p:cNvSpPr/>
            <p:nvPr/>
          </p:nvSpPr>
          <p:spPr>
            <a:xfrm>
              <a:off x="4682564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61" name="Google Shape;523;p55"/>
            <p:cNvSpPr/>
            <p:nvPr/>
          </p:nvSpPr>
          <p:spPr>
            <a:xfrm>
              <a:off x="8108697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Lucida Sans" panose="020B0602030504020204" pitchFamily="34" charset="0"/>
              </a:endParaRPr>
            </a:p>
          </p:txBody>
        </p:sp>
        <p:sp>
          <p:nvSpPr>
            <p:cNvPr id="62" name="Google Shape;524;p55"/>
            <p:cNvSpPr txBox="1"/>
            <p:nvPr/>
          </p:nvSpPr>
          <p:spPr>
            <a:xfrm>
              <a:off x="631203" y="5145627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第六级</a:t>
              </a:r>
            </a:p>
          </p:txBody>
        </p:sp>
        <p:sp>
          <p:nvSpPr>
            <p:cNvPr id="63" name="Google Shape;525;p55"/>
            <p:cNvSpPr txBox="1"/>
            <p:nvPr/>
          </p:nvSpPr>
          <p:spPr>
            <a:xfrm>
              <a:off x="4682564" y="511170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1% </a:t>
              </a:r>
              <a:r>
                <a:rPr lang="zh-CN" altLang="en-US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团队利润</a:t>
              </a: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 = $200</a:t>
              </a:r>
            </a:p>
          </p:txBody>
        </p:sp>
        <p:sp>
          <p:nvSpPr>
            <p:cNvPr id="64" name="Google Shape;526;p55"/>
            <p:cNvSpPr txBox="1"/>
            <p:nvPr/>
          </p:nvSpPr>
          <p:spPr>
            <a:xfrm>
              <a:off x="8106491" y="510416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15+</a:t>
              </a:r>
              <a:endParaRPr sz="16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F0169FE-9207-49B6-88E2-24A422BA7E35}"/>
              </a:ext>
            </a:extLst>
          </p:cNvPr>
          <p:cNvGrpSpPr/>
          <p:nvPr/>
        </p:nvGrpSpPr>
        <p:grpSpPr>
          <a:xfrm rot="10800000">
            <a:off x="1858017" y="-9368"/>
            <a:ext cx="8139773" cy="1250874"/>
            <a:chOff x="2203174" y="4452730"/>
            <a:chExt cx="8540094" cy="1391478"/>
          </a:xfrm>
          <a:solidFill>
            <a:schemeClr val="accent2">
              <a:alpha val="70000"/>
            </a:schemeClr>
          </a:solidFill>
        </p:grpSpPr>
        <p:sp>
          <p:nvSpPr>
            <p:cNvPr id="68" name="Freeform: Shape 13">
              <a:extLst>
                <a:ext uri="{FF2B5EF4-FFF2-40B4-BE49-F238E27FC236}">
                  <a16:creationId xmlns:a16="http://schemas.microsoft.com/office/drawing/2014/main" id="{54E8B188-D64E-49B7-AEA8-AAAE7DAC8102}"/>
                </a:ext>
              </a:extLst>
            </p:cNvPr>
            <p:cNvSpPr/>
            <p:nvPr/>
          </p:nvSpPr>
          <p:spPr>
            <a:xfrm>
              <a:off x="3266661" y="4452730"/>
              <a:ext cx="6450031" cy="1391478"/>
            </a:xfrm>
            <a:custGeom>
              <a:avLst/>
              <a:gdLst>
                <a:gd name="connsiteX0" fmla="*/ 0 w 7172739"/>
                <a:gd name="connsiteY0" fmla="*/ 0 h 1391478"/>
                <a:gd name="connsiteX1" fmla="*/ 6477000 w 7172739"/>
                <a:gd name="connsiteY1" fmla="*/ 0 h 1391478"/>
                <a:gd name="connsiteX2" fmla="*/ 7172739 w 7172739"/>
                <a:gd name="connsiteY2" fmla="*/ 695739 h 1391478"/>
                <a:gd name="connsiteX3" fmla="*/ 6477000 w 7172739"/>
                <a:gd name="connsiteY3" fmla="*/ 1391478 h 1391478"/>
                <a:gd name="connsiteX4" fmla="*/ 0 w 7172739"/>
                <a:gd name="connsiteY4" fmla="*/ 1391478 h 1391478"/>
                <a:gd name="connsiteX5" fmla="*/ 695739 w 7172739"/>
                <a:gd name="connsiteY5" fmla="*/ 695739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72739" h="1391478">
                  <a:moveTo>
                    <a:pt x="0" y="0"/>
                  </a:moveTo>
                  <a:lnTo>
                    <a:pt x="6477000" y="0"/>
                  </a:lnTo>
                  <a:lnTo>
                    <a:pt x="7172739" y="695739"/>
                  </a:lnTo>
                  <a:lnTo>
                    <a:pt x="6477000" y="1391478"/>
                  </a:lnTo>
                  <a:lnTo>
                    <a:pt x="0" y="1391478"/>
                  </a:lnTo>
                  <a:lnTo>
                    <a:pt x="695739" y="695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ucida Sans" panose="020B0602030504020204" pitchFamily="34" charset="0"/>
              </a:endParaRPr>
            </a:p>
          </p:txBody>
        </p:sp>
        <p:sp>
          <p:nvSpPr>
            <p:cNvPr id="69" name="Arrow: Chevron 14">
              <a:extLst>
                <a:ext uri="{FF2B5EF4-FFF2-40B4-BE49-F238E27FC236}">
                  <a16:creationId xmlns:a16="http://schemas.microsoft.com/office/drawing/2014/main" id="{64610898-C54C-4258-878C-B0CF860C4285}"/>
                </a:ext>
              </a:extLst>
            </p:cNvPr>
            <p:cNvSpPr/>
            <p:nvPr/>
          </p:nvSpPr>
          <p:spPr>
            <a:xfrm>
              <a:off x="9227060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70" name="Arrow: Chevron 15">
              <a:extLst>
                <a:ext uri="{FF2B5EF4-FFF2-40B4-BE49-F238E27FC236}">
                  <a16:creationId xmlns:a16="http://schemas.microsoft.com/office/drawing/2014/main" id="{6321F14D-7F7F-4069-8692-D98DDDD675CC}"/>
                </a:ext>
              </a:extLst>
            </p:cNvPr>
            <p:cNvSpPr/>
            <p:nvPr/>
          </p:nvSpPr>
          <p:spPr>
            <a:xfrm>
              <a:off x="9740348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71" name="Arrow: Chevron 16">
              <a:extLst>
                <a:ext uri="{FF2B5EF4-FFF2-40B4-BE49-F238E27FC236}">
                  <a16:creationId xmlns:a16="http://schemas.microsoft.com/office/drawing/2014/main" id="{2A85CE99-4132-43E5-B6E8-EA5DDE9223E8}"/>
                </a:ext>
              </a:extLst>
            </p:cNvPr>
            <p:cNvSpPr/>
            <p:nvPr/>
          </p:nvSpPr>
          <p:spPr>
            <a:xfrm>
              <a:off x="2203174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  <p:sp>
          <p:nvSpPr>
            <p:cNvPr id="72" name="Arrow: Chevron 17">
              <a:extLst>
                <a:ext uri="{FF2B5EF4-FFF2-40B4-BE49-F238E27FC236}">
                  <a16:creationId xmlns:a16="http://schemas.microsoft.com/office/drawing/2014/main" id="{BD669EDF-8711-4A26-B9C2-77E7C372EAC4}"/>
                </a:ext>
              </a:extLst>
            </p:cNvPr>
            <p:cNvSpPr/>
            <p:nvPr/>
          </p:nvSpPr>
          <p:spPr>
            <a:xfrm>
              <a:off x="2716463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Lucida Sans" panose="020B0602030504020204" pitchFamily="34" charset="0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9C5785E5-E343-4372-801A-DBC1D253C837}"/>
              </a:ext>
            </a:extLst>
          </p:cNvPr>
          <p:cNvSpPr txBox="1"/>
          <p:nvPr/>
        </p:nvSpPr>
        <p:spPr>
          <a:xfrm>
            <a:off x="3309334" y="231347"/>
            <a:ext cx="51157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收入分成</a:t>
            </a:r>
            <a:endParaRPr lang="ko-KR" altLang="en-US" sz="44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52A30BB-C404-45E2-E0C1-3EA59A117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5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F0169FE-9207-49B6-88E2-24A422BA7E35}"/>
              </a:ext>
            </a:extLst>
          </p:cNvPr>
          <p:cNvGrpSpPr/>
          <p:nvPr/>
        </p:nvGrpSpPr>
        <p:grpSpPr>
          <a:xfrm rot="10800000">
            <a:off x="1008404" y="146775"/>
            <a:ext cx="10723548" cy="998361"/>
            <a:chOff x="2203174" y="4452730"/>
            <a:chExt cx="8540094" cy="1391478"/>
          </a:xfrm>
          <a:solidFill>
            <a:schemeClr val="accent2">
              <a:alpha val="7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E8B188-D64E-49B7-AEA8-AAAE7DAC8102}"/>
                </a:ext>
              </a:extLst>
            </p:cNvPr>
            <p:cNvSpPr/>
            <p:nvPr/>
          </p:nvSpPr>
          <p:spPr>
            <a:xfrm>
              <a:off x="3266661" y="4452730"/>
              <a:ext cx="6450031" cy="1391478"/>
            </a:xfrm>
            <a:custGeom>
              <a:avLst/>
              <a:gdLst>
                <a:gd name="connsiteX0" fmla="*/ 0 w 7172739"/>
                <a:gd name="connsiteY0" fmla="*/ 0 h 1391478"/>
                <a:gd name="connsiteX1" fmla="*/ 6477000 w 7172739"/>
                <a:gd name="connsiteY1" fmla="*/ 0 h 1391478"/>
                <a:gd name="connsiteX2" fmla="*/ 7172739 w 7172739"/>
                <a:gd name="connsiteY2" fmla="*/ 695739 h 1391478"/>
                <a:gd name="connsiteX3" fmla="*/ 6477000 w 7172739"/>
                <a:gd name="connsiteY3" fmla="*/ 1391478 h 1391478"/>
                <a:gd name="connsiteX4" fmla="*/ 0 w 7172739"/>
                <a:gd name="connsiteY4" fmla="*/ 1391478 h 1391478"/>
                <a:gd name="connsiteX5" fmla="*/ 695739 w 7172739"/>
                <a:gd name="connsiteY5" fmla="*/ 695739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72739" h="1391478">
                  <a:moveTo>
                    <a:pt x="0" y="0"/>
                  </a:moveTo>
                  <a:lnTo>
                    <a:pt x="6477000" y="0"/>
                  </a:lnTo>
                  <a:lnTo>
                    <a:pt x="7172739" y="695739"/>
                  </a:lnTo>
                  <a:lnTo>
                    <a:pt x="6477000" y="1391478"/>
                  </a:lnTo>
                  <a:lnTo>
                    <a:pt x="0" y="1391478"/>
                  </a:lnTo>
                  <a:lnTo>
                    <a:pt x="695739" y="695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4610898-C54C-4258-878C-B0CF860C4285}"/>
                </a:ext>
              </a:extLst>
            </p:cNvPr>
            <p:cNvSpPr/>
            <p:nvPr/>
          </p:nvSpPr>
          <p:spPr>
            <a:xfrm>
              <a:off x="9227060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6321F14D-7F7F-4069-8692-D98DDDD675CC}"/>
                </a:ext>
              </a:extLst>
            </p:cNvPr>
            <p:cNvSpPr/>
            <p:nvPr/>
          </p:nvSpPr>
          <p:spPr>
            <a:xfrm>
              <a:off x="9740348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2A85CE99-4132-43E5-B6E8-EA5DDE9223E8}"/>
                </a:ext>
              </a:extLst>
            </p:cNvPr>
            <p:cNvSpPr/>
            <p:nvPr/>
          </p:nvSpPr>
          <p:spPr>
            <a:xfrm>
              <a:off x="2203174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BD669EDF-8711-4A26-B9C2-77E7C372EAC4}"/>
                </a:ext>
              </a:extLst>
            </p:cNvPr>
            <p:cNvSpPr/>
            <p:nvPr/>
          </p:nvSpPr>
          <p:spPr>
            <a:xfrm>
              <a:off x="2716463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C5785E5-E343-4372-801A-DBC1D253C837}"/>
              </a:ext>
            </a:extLst>
          </p:cNvPr>
          <p:cNvSpPr txBox="1"/>
          <p:nvPr/>
        </p:nvSpPr>
        <p:spPr>
          <a:xfrm>
            <a:off x="2194132" y="218396"/>
            <a:ext cx="852015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Lucida Sans" panose="020B0602030504020204" pitchFamily="34" charset="0"/>
                <a:cs typeface="Arial" pitchFamily="34" charset="0"/>
              </a:rPr>
              <a:t>符合资格的贷款顾问</a:t>
            </a:r>
            <a:endParaRPr lang="ko-KR" altLang="en-US" sz="4800" b="1" dirty="0">
              <a:solidFill>
                <a:schemeClr val="bg1"/>
              </a:solidFill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2" name="Right Arrow 9">
            <a:extLst>
              <a:ext uri="{FF2B5EF4-FFF2-40B4-BE49-F238E27FC236}">
                <a16:creationId xmlns:a16="http://schemas.microsoft.com/office/drawing/2014/main" id="{1FBFB361-E709-BA57-A7ED-A6102EB82E65}"/>
              </a:ext>
            </a:extLst>
          </p:cNvPr>
          <p:cNvSpPr/>
          <p:nvPr/>
        </p:nvSpPr>
        <p:spPr>
          <a:xfrm>
            <a:off x="4231243" y="1828306"/>
            <a:ext cx="4231522" cy="142607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latin typeface="Lucida Sans" panose="020B0602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AD457-E812-64C7-88F4-C9D3A25DD7FD}"/>
              </a:ext>
            </a:extLst>
          </p:cNvPr>
          <p:cNvSpPr txBox="1"/>
          <p:nvPr/>
        </p:nvSpPr>
        <p:spPr>
          <a:xfrm>
            <a:off x="4530304" y="2248953"/>
            <a:ext cx="2499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需在 </a:t>
            </a:r>
            <a:r>
              <a:rPr lang="en-US" altLang="zh-CN" sz="1600" dirty="0">
                <a:solidFill>
                  <a:schemeClr val="bg1"/>
                </a:solidFill>
              </a:rPr>
              <a:t>Sequoia Hub </a:t>
            </a:r>
            <a:r>
              <a:rPr lang="zh-CN" altLang="en-US" sz="1600" dirty="0">
                <a:solidFill>
                  <a:schemeClr val="bg1"/>
                </a:solidFill>
              </a:rPr>
              <a:t>平台保持有效会员状态</a:t>
            </a:r>
            <a:endParaRPr lang="en-US" altLang="ko-KR" sz="160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BDD2545-394C-99BC-3305-157D0BE236A2}"/>
              </a:ext>
            </a:extLst>
          </p:cNvPr>
          <p:cNvSpPr/>
          <p:nvPr/>
        </p:nvSpPr>
        <p:spPr>
          <a:xfrm>
            <a:off x="4617251" y="2883675"/>
            <a:ext cx="4231522" cy="1426071"/>
          </a:xfrm>
          <a:custGeom>
            <a:avLst/>
            <a:gdLst>
              <a:gd name="connsiteX0" fmla="*/ 3951357 w 4664392"/>
              <a:gd name="connsiteY0" fmla="*/ 0 h 1426071"/>
              <a:gd name="connsiteX1" fmla="*/ 4664392 w 4664392"/>
              <a:gd name="connsiteY1" fmla="*/ 713036 h 1426071"/>
              <a:gd name="connsiteX2" fmla="*/ 3951357 w 4664392"/>
              <a:gd name="connsiteY2" fmla="*/ 1426071 h 1426071"/>
              <a:gd name="connsiteX3" fmla="*/ 3951357 w 4664392"/>
              <a:gd name="connsiteY3" fmla="*/ 1069553 h 1426071"/>
              <a:gd name="connsiteX4" fmla="*/ 0 w 4664392"/>
              <a:gd name="connsiteY4" fmla="*/ 1069553 h 1426071"/>
              <a:gd name="connsiteX5" fmla="*/ 0 w 4664392"/>
              <a:gd name="connsiteY5" fmla="*/ 356518 h 1426071"/>
              <a:gd name="connsiteX6" fmla="*/ 3951357 w 4664392"/>
              <a:gd name="connsiteY6" fmla="*/ 356518 h 14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4392" h="1426071">
                <a:moveTo>
                  <a:pt x="3951357" y="0"/>
                </a:moveTo>
                <a:lnTo>
                  <a:pt x="4664392" y="713036"/>
                </a:lnTo>
                <a:lnTo>
                  <a:pt x="3951357" y="1426071"/>
                </a:lnTo>
                <a:lnTo>
                  <a:pt x="3951357" y="1069553"/>
                </a:lnTo>
                <a:lnTo>
                  <a:pt x="0" y="1069553"/>
                </a:lnTo>
                <a:lnTo>
                  <a:pt x="0" y="356518"/>
                </a:lnTo>
                <a:lnTo>
                  <a:pt x="3951357" y="3565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 dirty="0">
              <a:latin typeface="Lucida Sans" panose="020B0602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911B5-F85C-0A37-FFED-5451D3336AC0}"/>
              </a:ext>
            </a:extLst>
          </p:cNvPr>
          <p:cNvSpPr txBox="1"/>
          <p:nvPr/>
        </p:nvSpPr>
        <p:spPr>
          <a:xfrm>
            <a:off x="5193467" y="3311236"/>
            <a:ext cx="2665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每六个月需完成一笔有效贷款</a:t>
            </a:r>
            <a:r>
              <a:rPr lang="zh-CN" altLang="en-US" sz="1200" dirty="0">
                <a:solidFill>
                  <a:schemeClr val="bg1"/>
                </a:solidFill>
              </a:rPr>
              <a:t>（从加入日期起算）</a:t>
            </a:r>
            <a:endParaRPr lang="en-US" altLang="ko-KR" sz="120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58BF08-2110-03F8-1E62-228A7CB73A96}"/>
              </a:ext>
            </a:extLst>
          </p:cNvPr>
          <p:cNvGrpSpPr/>
          <p:nvPr/>
        </p:nvGrpSpPr>
        <p:grpSpPr>
          <a:xfrm flipH="1">
            <a:off x="9533925" y="1472283"/>
            <a:ext cx="2361153" cy="5065706"/>
            <a:chOff x="851030" y="1340768"/>
            <a:chExt cx="2426195" cy="5081516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FF208B-ACD8-27CF-5FDA-06563056A935}"/>
                </a:ext>
              </a:extLst>
            </p:cNvPr>
            <p:cNvGrpSpPr/>
            <p:nvPr/>
          </p:nvGrpSpPr>
          <p:grpSpPr>
            <a:xfrm>
              <a:off x="851030" y="1340768"/>
              <a:ext cx="2426195" cy="5081516"/>
              <a:chOff x="3009901" y="1512649"/>
              <a:chExt cx="2426195" cy="5081516"/>
            </a:xfrm>
            <a:grpFill/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29E78E6D-5DC4-CE41-ECA4-6F1F1D19C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901" y="1671638"/>
                <a:ext cx="2426195" cy="4922527"/>
              </a:xfrm>
              <a:custGeom>
                <a:avLst/>
                <a:gdLst>
                  <a:gd name="T0" fmla="*/ 1787 w 1867"/>
                  <a:gd name="T1" fmla="*/ 46 h 3789"/>
                  <a:gd name="T2" fmla="*/ 1799 w 1867"/>
                  <a:gd name="T3" fmla="*/ 220 h 3789"/>
                  <a:gd name="T4" fmla="*/ 1827 w 1867"/>
                  <a:gd name="T5" fmla="*/ 371 h 3789"/>
                  <a:gd name="T6" fmla="*/ 1796 w 1867"/>
                  <a:gd name="T7" fmla="*/ 616 h 3789"/>
                  <a:gd name="T8" fmla="*/ 1687 w 1867"/>
                  <a:gd name="T9" fmla="*/ 819 h 3789"/>
                  <a:gd name="T10" fmla="*/ 1281 w 1867"/>
                  <a:gd name="T11" fmla="*/ 859 h 3789"/>
                  <a:gd name="T12" fmla="*/ 1365 w 1867"/>
                  <a:gd name="T13" fmla="*/ 1428 h 3789"/>
                  <a:gd name="T14" fmla="*/ 1428 w 1867"/>
                  <a:gd name="T15" fmla="*/ 1718 h 3789"/>
                  <a:gd name="T16" fmla="*/ 1310 w 1867"/>
                  <a:gd name="T17" fmla="*/ 1679 h 3789"/>
                  <a:gd name="T18" fmla="*/ 1227 w 1867"/>
                  <a:gd name="T19" fmla="*/ 1948 h 3789"/>
                  <a:gd name="T20" fmla="*/ 1199 w 1867"/>
                  <a:gd name="T21" fmla="*/ 2111 h 3789"/>
                  <a:gd name="T22" fmla="*/ 1152 w 1867"/>
                  <a:gd name="T23" fmla="*/ 2430 h 3789"/>
                  <a:gd name="T24" fmla="*/ 1095 w 1867"/>
                  <a:gd name="T25" fmla="*/ 3030 h 3789"/>
                  <a:gd name="T26" fmla="*/ 1120 w 1867"/>
                  <a:gd name="T27" fmla="*/ 3266 h 3789"/>
                  <a:gd name="T28" fmla="*/ 1207 w 1867"/>
                  <a:gd name="T29" fmla="*/ 3412 h 3789"/>
                  <a:gd name="T30" fmla="*/ 1371 w 1867"/>
                  <a:gd name="T31" fmla="*/ 3529 h 3789"/>
                  <a:gd name="T32" fmla="*/ 1274 w 1867"/>
                  <a:gd name="T33" fmla="*/ 3622 h 3789"/>
                  <a:gd name="T34" fmla="*/ 979 w 1867"/>
                  <a:gd name="T35" fmla="*/ 3503 h 3789"/>
                  <a:gd name="T36" fmla="*/ 856 w 1867"/>
                  <a:gd name="T37" fmla="*/ 3412 h 3789"/>
                  <a:gd name="T38" fmla="*/ 847 w 1867"/>
                  <a:gd name="T39" fmla="*/ 3221 h 3789"/>
                  <a:gd name="T40" fmla="*/ 860 w 1867"/>
                  <a:gd name="T41" fmla="*/ 3025 h 3789"/>
                  <a:gd name="T42" fmla="*/ 869 w 1867"/>
                  <a:gd name="T43" fmla="*/ 2597 h 3789"/>
                  <a:gd name="T44" fmla="*/ 871 w 1867"/>
                  <a:gd name="T45" fmla="*/ 2204 h 3789"/>
                  <a:gd name="T46" fmla="*/ 816 w 1867"/>
                  <a:gd name="T47" fmla="*/ 2256 h 3789"/>
                  <a:gd name="T48" fmla="*/ 672 w 1867"/>
                  <a:gd name="T49" fmla="*/ 2624 h 3789"/>
                  <a:gd name="T50" fmla="*/ 636 w 1867"/>
                  <a:gd name="T51" fmla="*/ 2709 h 3789"/>
                  <a:gd name="T52" fmla="*/ 580 w 1867"/>
                  <a:gd name="T53" fmla="*/ 2944 h 3789"/>
                  <a:gd name="T54" fmla="*/ 549 w 1867"/>
                  <a:gd name="T55" fmla="*/ 3219 h 3789"/>
                  <a:gd name="T56" fmla="*/ 560 w 1867"/>
                  <a:gd name="T57" fmla="*/ 3480 h 3789"/>
                  <a:gd name="T58" fmla="*/ 563 w 1867"/>
                  <a:gd name="T59" fmla="*/ 3786 h 3789"/>
                  <a:gd name="T60" fmla="*/ 343 w 1867"/>
                  <a:gd name="T61" fmla="*/ 3605 h 3789"/>
                  <a:gd name="T62" fmla="*/ 322 w 1867"/>
                  <a:gd name="T63" fmla="*/ 3392 h 3789"/>
                  <a:gd name="T64" fmla="*/ 422 w 1867"/>
                  <a:gd name="T65" fmla="*/ 2492 h 3789"/>
                  <a:gd name="T66" fmla="*/ 483 w 1867"/>
                  <a:gd name="T67" fmla="*/ 1917 h 3789"/>
                  <a:gd name="T68" fmla="*/ 479 w 1867"/>
                  <a:gd name="T69" fmla="*/ 1887 h 3789"/>
                  <a:gd name="T70" fmla="*/ 454 w 1867"/>
                  <a:gd name="T71" fmla="*/ 1443 h 3789"/>
                  <a:gd name="T72" fmla="*/ 432 w 1867"/>
                  <a:gd name="T73" fmla="*/ 1057 h 3789"/>
                  <a:gd name="T74" fmla="*/ 391 w 1867"/>
                  <a:gd name="T75" fmla="*/ 1184 h 3789"/>
                  <a:gd name="T76" fmla="*/ 223 w 1867"/>
                  <a:gd name="T77" fmla="*/ 1285 h 3789"/>
                  <a:gd name="T78" fmla="*/ 89 w 1867"/>
                  <a:gd name="T79" fmla="*/ 1149 h 3789"/>
                  <a:gd name="T80" fmla="*/ 44 w 1867"/>
                  <a:gd name="T81" fmla="*/ 832 h 3789"/>
                  <a:gd name="T82" fmla="*/ 77 w 1867"/>
                  <a:gd name="T83" fmla="*/ 584 h 3789"/>
                  <a:gd name="T84" fmla="*/ 203 w 1867"/>
                  <a:gd name="T85" fmla="*/ 642 h 3789"/>
                  <a:gd name="T86" fmla="*/ 171 w 1867"/>
                  <a:gd name="T87" fmla="*/ 782 h 3789"/>
                  <a:gd name="T88" fmla="*/ 211 w 1867"/>
                  <a:gd name="T89" fmla="*/ 879 h 3789"/>
                  <a:gd name="T90" fmla="*/ 248 w 1867"/>
                  <a:gd name="T91" fmla="*/ 709 h 3789"/>
                  <a:gd name="T92" fmla="*/ 273 w 1867"/>
                  <a:gd name="T93" fmla="*/ 611 h 3789"/>
                  <a:gd name="T94" fmla="*/ 504 w 1867"/>
                  <a:gd name="T95" fmla="*/ 505 h 3789"/>
                  <a:gd name="T96" fmla="*/ 615 w 1867"/>
                  <a:gd name="T97" fmla="*/ 462 h 3789"/>
                  <a:gd name="T98" fmla="*/ 788 w 1867"/>
                  <a:gd name="T99" fmla="*/ 963 h 3789"/>
                  <a:gd name="T100" fmla="*/ 962 w 1867"/>
                  <a:gd name="T101" fmla="*/ 1459 h 3789"/>
                  <a:gd name="T102" fmla="*/ 1113 w 1867"/>
                  <a:gd name="T103" fmla="*/ 1442 h 3789"/>
                  <a:gd name="T104" fmla="*/ 1143 w 1867"/>
                  <a:gd name="T105" fmla="*/ 1153 h 3789"/>
                  <a:gd name="T106" fmla="*/ 886 w 1867"/>
                  <a:gd name="T107" fmla="*/ 428 h 3789"/>
                  <a:gd name="T108" fmla="*/ 1059 w 1867"/>
                  <a:gd name="T109" fmla="*/ 485 h 3789"/>
                  <a:gd name="T110" fmla="*/ 1217 w 1867"/>
                  <a:gd name="T111" fmla="*/ 546 h 3789"/>
                  <a:gd name="T112" fmla="*/ 1314 w 1867"/>
                  <a:gd name="T113" fmla="*/ 597 h 3789"/>
                  <a:gd name="T114" fmla="*/ 1501 w 1867"/>
                  <a:gd name="T115" fmla="*/ 624 h 3789"/>
                  <a:gd name="T116" fmla="*/ 1595 w 1867"/>
                  <a:gd name="T117" fmla="*/ 560 h 3789"/>
                  <a:gd name="T118" fmla="*/ 1647 w 1867"/>
                  <a:gd name="T119" fmla="*/ 373 h 3789"/>
                  <a:gd name="T120" fmla="*/ 1681 w 1867"/>
                  <a:gd name="T121" fmla="*/ 239 h 3789"/>
                  <a:gd name="T122" fmla="*/ 1613 w 1867"/>
                  <a:gd name="T123" fmla="*/ 23 h 3789"/>
                  <a:gd name="connsiteX0" fmla="*/ 8779 w 10000"/>
                  <a:gd name="connsiteY0" fmla="*/ 0 h 10000"/>
                  <a:gd name="connsiteX1" fmla="*/ 8875 w 10000"/>
                  <a:gd name="connsiteY1" fmla="*/ 0 h 10000"/>
                  <a:gd name="connsiteX2" fmla="*/ 8993 w 10000"/>
                  <a:gd name="connsiteY2" fmla="*/ 3 h 10000"/>
                  <a:gd name="connsiteX3" fmla="*/ 9111 w 10000"/>
                  <a:gd name="connsiteY3" fmla="*/ 11 h 10000"/>
                  <a:gd name="connsiteX4" fmla="*/ 9239 w 10000"/>
                  <a:gd name="connsiteY4" fmla="*/ 24 h 10000"/>
                  <a:gd name="connsiteX5" fmla="*/ 9347 w 10000"/>
                  <a:gd name="connsiteY5" fmla="*/ 37 h 10000"/>
                  <a:gd name="connsiteX6" fmla="*/ 9448 w 10000"/>
                  <a:gd name="connsiteY6" fmla="*/ 58 h 10000"/>
                  <a:gd name="connsiteX7" fmla="*/ 9513 w 10000"/>
                  <a:gd name="connsiteY7" fmla="*/ 79 h 10000"/>
                  <a:gd name="connsiteX8" fmla="*/ 9555 w 10000"/>
                  <a:gd name="connsiteY8" fmla="*/ 106 h 10000"/>
                  <a:gd name="connsiteX9" fmla="*/ 9572 w 10000"/>
                  <a:gd name="connsiteY9" fmla="*/ 121 h 10000"/>
                  <a:gd name="connsiteX10" fmla="*/ 9577 w 10000"/>
                  <a:gd name="connsiteY10" fmla="*/ 156 h 10000"/>
                  <a:gd name="connsiteX11" fmla="*/ 9593 w 10000"/>
                  <a:gd name="connsiteY11" fmla="*/ 201 h 10000"/>
                  <a:gd name="connsiteX12" fmla="*/ 9604 w 10000"/>
                  <a:gd name="connsiteY12" fmla="*/ 248 h 10000"/>
                  <a:gd name="connsiteX13" fmla="*/ 9620 w 10000"/>
                  <a:gd name="connsiteY13" fmla="*/ 304 h 10000"/>
                  <a:gd name="connsiteX14" fmla="*/ 9625 w 10000"/>
                  <a:gd name="connsiteY14" fmla="*/ 351 h 10000"/>
                  <a:gd name="connsiteX15" fmla="*/ 9636 w 10000"/>
                  <a:gd name="connsiteY15" fmla="*/ 396 h 10000"/>
                  <a:gd name="connsiteX16" fmla="*/ 9636 w 10000"/>
                  <a:gd name="connsiteY16" fmla="*/ 428 h 10000"/>
                  <a:gd name="connsiteX17" fmla="*/ 9598 w 10000"/>
                  <a:gd name="connsiteY17" fmla="*/ 499 h 10000"/>
                  <a:gd name="connsiteX18" fmla="*/ 9614 w 10000"/>
                  <a:gd name="connsiteY18" fmla="*/ 533 h 10000"/>
                  <a:gd name="connsiteX19" fmla="*/ 9636 w 10000"/>
                  <a:gd name="connsiteY19" fmla="*/ 581 h 10000"/>
                  <a:gd name="connsiteX20" fmla="*/ 9663 w 10000"/>
                  <a:gd name="connsiteY20" fmla="*/ 628 h 10000"/>
                  <a:gd name="connsiteX21" fmla="*/ 9684 w 10000"/>
                  <a:gd name="connsiteY21" fmla="*/ 670 h 10000"/>
                  <a:gd name="connsiteX22" fmla="*/ 9695 w 10000"/>
                  <a:gd name="connsiteY22" fmla="*/ 718 h 10000"/>
                  <a:gd name="connsiteX23" fmla="*/ 9695 w 10000"/>
                  <a:gd name="connsiteY23" fmla="*/ 768 h 10000"/>
                  <a:gd name="connsiteX24" fmla="*/ 9689 w 10000"/>
                  <a:gd name="connsiteY24" fmla="*/ 816 h 10000"/>
                  <a:gd name="connsiteX25" fmla="*/ 9684 w 10000"/>
                  <a:gd name="connsiteY25" fmla="*/ 860 h 10000"/>
                  <a:gd name="connsiteX26" fmla="*/ 9684 w 10000"/>
                  <a:gd name="connsiteY26" fmla="*/ 903 h 10000"/>
                  <a:gd name="connsiteX27" fmla="*/ 9700 w 10000"/>
                  <a:gd name="connsiteY27" fmla="*/ 932 h 10000"/>
                  <a:gd name="connsiteX28" fmla="*/ 9738 w 10000"/>
                  <a:gd name="connsiteY28" fmla="*/ 955 h 10000"/>
                  <a:gd name="connsiteX29" fmla="*/ 9786 w 10000"/>
                  <a:gd name="connsiteY29" fmla="*/ 979 h 10000"/>
                  <a:gd name="connsiteX30" fmla="*/ 9839 w 10000"/>
                  <a:gd name="connsiteY30" fmla="*/ 1000 h 10000"/>
                  <a:gd name="connsiteX31" fmla="*/ 9888 w 10000"/>
                  <a:gd name="connsiteY31" fmla="*/ 1019 h 10000"/>
                  <a:gd name="connsiteX32" fmla="*/ 9936 w 10000"/>
                  <a:gd name="connsiteY32" fmla="*/ 1037 h 10000"/>
                  <a:gd name="connsiteX33" fmla="*/ 9979 w 10000"/>
                  <a:gd name="connsiteY33" fmla="*/ 1066 h 10000"/>
                  <a:gd name="connsiteX34" fmla="*/ 10000 w 10000"/>
                  <a:gd name="connsiteY34" fmla="*/ 1106 h 10000"/>
                  <a:gd name="connsiteX35" fmla="*/ 9898 w 10000"/>
                  <a:gd name="connsiteY35" fmla="*/ 1198 h 10000"/>
                  <a:gd name="connsiteX36" fmla="*/ 9818 w 10000"/>
                  <a:gd name="connsiteY36" fmla="*/ 1301 h 10000"/>
                  <a:gd name="connsiteX37" fmla="*/ 9754 w 10000"/>
                  <a:gd name="connsiteY37" fmla="*/ 1407 h 10000"/>
                  <a:gd name="connsiteX38" fmla="*/ 9689 w 10000"/>
                  <a:gd name="connsiteY38" fmla="*/ 1518 h 10000"/>
                  <a:gd name="connsiteX39" fmla="*/ 9620 w 10000"/>
                  <a:gd name="connsiteY39" fmla="*/ 1626 h 10000"/>
                  <a:gd name="connsiteX40" fmla="*/ 9545 w 10000"/>
                  <a:gd name="connsiteY40" fmla="*/ 1731 h 10000"/>
                  <a:gd name="connsiteX41" fmla="*/ 9507 w 10000"/>
                  <a:gd name="connsiteY41" fmla="*/ 1787 h 10000"/>
                  <a:gd name="connsiteX42" fmla="*/ 9475 w 10000"/>
                  <a:gd name="connsiteY42" fmla="*/ 1847 h 10000"/>
                  <a:gd name="connsiteX43" fmla="*/ 9454 w 10000"/>
                  <a:gd name="connsiteY43" fmla="*/ 1908 h 10000"/>
                  <a:gd name="connsiteX44" fmla="*/ 9416 w 10000"/>
                  <a:gd name="connsiteY44" fmla="*/ 1974 h 10000"/>
                  <a:gd name="connsiteX45" fmla="*/ 9379 w 10000"/>
                  <a:gd name="connsiteY45" fmla="*/ 2035 h 10000"/>
                  <a:gd name="connsiteX46" fmla="*/ 9314 w 10000"/>
                  <a:gd name="connsiteY46" fmla="*/ 2088 h 10000"/>
                  <a:gd name="connsiteX47" fmla="*/ 9239 w 10000"/>
                  <a:gd name="connsiteY47" fmla="*/ 2122 h 10000"/>
                  <a:gd name="connsiteX48" fmla="*/ 9143 w 10000"/>
                  <a:gd name="connsiteY48" fmla="*/ 2146 h 10000"/>
                  <a:gd name="connsiteX49" fmla="*/ 9036 w 10000"/>
                  <a:gd name="connsiteY49" fmla="*/ 2162 h 10000"/>
                  <a:gd name="connsiteX50" fmla="*/ 8918 w 10000"/>
                  <a:gd name="connsiteY50" fmla="*/ 2175 h 10000"/>
                  <a:gd name="connsiteX51" fmla="*/ 8795 w 10000"/>
                  <a:gd name="connsiteY51" fmla="*/ 2185 h 10000"/>
                  <a:gd name="connsiteX52" fmla="*/ 8677 w 10000"/>
                  <a:gd name="connsiteY52" fmla="*/ 2201 h 10000"/>
                  <a:gd name="connsiteX53" fmla="*/ 8468 w 10000"/>
                  <a:gd name="connsiteY53" fmla="*/ 2220 h 10000"/>
                  <a:gd name="connsiteX54" fmla="*/ 8232 w 10000"/>
                  <a:gd name="connsiteY54" fmla="*/ 2241 h 10000"/>
                  <a:gd name="connsiteX55" fmla="*/ 7975 w 10000"/>
                  <a:gd name="connsiteY55" fmla="*/ 2251 h 10000"/>
                  <a:gd name="connsiteX56" fmla="*/ 7702 w 10000"/>
                  <a:gd name="connsiteY56" fmla="*/ 2262 h 10000"/>
                  <a:gd name="connsiteX57" fmla="*/ 7429 w 10000"/>
                  <a:gd name="connsiteY57" fmla="*/ 2264 h 10000"/>
                  <a:gd name="connsiteX58" fmla="*/ 7145 w 10000"/>
                  <a:gd name="connsiteY58" fmla="*/ 2267 h 10000"/>
                  <a:gd name="connsiteX59" fmla="*/ 6861 w 10000"/>
                  <a:gd name="connsiteY59" fmla="*/ 2267 h 10000"/>
                  <a:gd name="connsiteX60" fmla="*/ 6867 w 10000"/>
                  <a:gd name="connsiteY60" fmla="*/ 2449 h 10000"/>
                  <a:gd name="connsiteX61" fmla="*/ 6893 w 10000"/>
                  <a:gd name="connsiteY61" fmla="*/ 2637 h 10000"/>
                  <a:gd name="connsiteX62" fmla="*/ 6936 w 10000"/>
                  <a:gd name="connsiteY62" fmla="*/ 2821 h 10000"/>
                  <a:gd name="connsiteX63" fmla="*/ 6990 w 10000"/>
                  <a:gd name="connsiteY63" fmla="*/ 2996 h 10000"/>
                  <a:gd name="connsiteX64" fmla="*/ 7059 w 10000"/>
                  <a:gd name="connsiteY64" fmla="*/ 3159 h 10000"/>
                  <a:gd name="connsiteX65" fmla="*/ 7129 w 10000"/>
                  <a:gd name="connsiteY65" fmla="*/ 3304 h 10000"/>
                  <a:gd name="connsiteX66" fmla="*/ 7177 w 10000"/>
                  <a:gd name="connsiteY66" fmla="*/ 3423 h 10000"/>
                  <a:gd name="connsiteX67" fmla="*/ 7225 w 10000"/>
                  <a:gd name="connsiteY67" fmla="*/ 3537 h 10000"/>
                  <a:gd name="connsiteX68" fmla="*/ 7263 w 10000"/>
                  <a:gd name="connsiteY68" fmla="*/ 3653 h 10000"/>
                  <a:gd name="connsiteX69" fmla="*/ 7311 w 10000"/>
                  <a:gd name="connsiteY69" fmla="*/ 3769 h 10000"/>
                  <a:gd name="connsiteX70" fmla="*/ 7370 w 10000"/>
                  <a:gd name="connsiteY70" fmla="*/ 3885 h 10000"/>
                  <a:gd name="connsiteX71" fmla="*/ 7450 w 10000"/>
                  <a:gd name="connsiteY71" fmla="*/ 3980 h 10000"/>
                  <a:gd name="connsiteX72" fmla="*/ 7531 w 10000"/>
                  <a:gd name="connsiteY72" fmla="*/ 4075 h 10000"/>
                  <a:gd name="connsiteX73" fmla="*/ 7622 w 10000"/>
                  <a:gd name="connsiteY73" fmla="*/ 4170 h 10000"/>
                  <a:gd name="connsiteX74" fmla="*/ 7702 w 10000"/>
                  <a:gd name="connsiteY74" fmla="*/ 4262 h 10000"/>
                  <a:gd name="connsiteX75" fmla="*/ 7766 w 10000"/>
                  <a:gd name="connsiteY75" fmla="*/ 4355 h 10000"/>
                  <a:gd name="connsiteX76" fmla="*/ 7793 w 10000"/>
                  <a:gd name="connsiteY76" fmla="*/ 4447 h 10000"/>
                  <a:gd name="connsiteX77" fmla="*/ 7745 w 10000"/>
                  <a:gd name="connsiteY77" fmla="*/ 4476 h 10000"/>
                  <a:gd name="connsiteX78" fmla="*/ 7697 w 10000"/>
                  <a:gd name="connsiteY78" fmla="*/ 4503 h 10000"/>
                  <a:gd name="connsiteX79" fmla="*/ 7649 w 10000"/>
                  <a:gd name="connsiteY79" fmla="*/ 4534 h 10000"/>
                  <a:gd name="connsiteX80" fmla="*/ 7606 w 10000"/>
                  <a:gd name="connsiteY80" fmla="*/ 4558 h 10000"/>
                  <a:gd name="connsiteX81" fmla="*/ 7568 w 10000"/>
                  <a:gd name="connsiteY81" fmla="*/ 4571 h 10000"/>
                  <a:gd name="connsiteX82" fmla="*/ 7488 w 10000"/>
                  <a:gd name="connsiteY82" fmla="*/ 4582 h 10000"/>
                  <a:gd name="connsiteX83" fmla="*/ 7413 w 10000"/>
                  <a:gd name="connsiteY83" fmla="*/ 4603 h 10000"/>
                  <a:gd name="connsiteX84" fmla="*/ 7322 w 10000"/>
                  <a:gd name="connsiteY84" fmla="*/ 4629 h 10000"/>
                  <a:gd name="connsiteX85" fmla="*/ 7242 w 10000"/>
                  <a:gd name="connsiteY85" fmla="*/ 4663 h 10000"/>
                  <a:gd name="connsiteX86" fmla="*/ 7172 w 10000"/>
                  <a:gd name="connsiteY86" fmla="*/ 4698 h 10000"/>
                  <a:gd name="connsiteX87" fmla="*/ 7108 w 10000"/>
                  <a:gd name="connsiteY87" fmla="*/ 4727 h 10000"/>
                  <a:gd name="connsiteX88" fmla="*/ 7054 w 10000"/>
                  <a:gd name="connsiteY88" fmla="*/ 4719 h 10000"/>
                  <a:gd name="connsiteX89" fmla="*/ 7017 w 10000"/>
                  <a:gd name="connsiteY89" fmla="*/ 4431 h 10000"/>
                  <a:gd name="connsiteX90" fmla="*/ 6947 w 10000"/>
                  <a:gd name="connsiteY90" fmla="*/ 4431 h 10000"/>
                  <a:gd name="connsiteX91" fmla="*/ 6893 w 10000"/>
                  <a:gd name="connsiteY91" fmla="*/ 4434 h 10000"/>
                  <a:gd name="connsiteX92" fmla="*/ 6840 w 10000"/>
                  <a:gd name="connsiteY92" fmla="*/ 4434 h 10000"/>
                  <a:gd name="connsiteX93" fmla="*/ 6770 w 10000"/>
                  <a:gd name="connsiteY93" fmla="*/ 4437 h 10000"/>
                  <a:gd name="connsiteX94" fmla="*/ 6663 w 10000"/>
                  <a:gd name="connsiteY94" fmla="*/ 4442 h 10000"/>
                  <a:gd name="connsiteX95" fmla="*/ 6652 w 10000"/>
                  <a:gd name="connsiteY95" fmla="*/ 4587 h 10000"/>
                  <a:gd name="connsiteX96" fmla="*/ 6642 w 10000"/>
                  <a:gd name="connsiteY96" fmla="*/ 4737 h 10000"/>
                  <a:gd name="connsiteX97" fmla="*/ 6636 w 10000"/>
                  <a:gd name="connsiteY97" fmla="*/ 4885 h 10000"/>
                  <a:gd name="connsiteX98" fmla="*/ 6615 w 10000"/>
                  <a:gd name="connsiteY98" fmla="*/ 5033 h 10000"/>
                  <a:gd name="connsiteX99" fmla="*/ 6572 w 10000"/>
                  <a:gd name="connsiteY99" fmla="*/ 5141 h 10000"/>
                  <a:gd name="connsiteX100" fmla="*/ 6524 w 10000"/>
                  <a:gd name="connsiteY100" fmla="*/ 5252 h 10000"/>
                  <a:gd name="connsiteX101" fmla="*/ 6476 w 10000"/>
                  <a:gd name="connsiteY101" fmla="*/ 5352 h 10000"/>
                  <a:gd name="connsiteX102" fmla="*/ 6449 w 10000"/>
                  <a:gd name="connsiteY102" fmla="*/ 5455 h 10000"/>
                  <a:gd name="connsiteX103" fmla="*/ 6454 w 10000"/>
                  <a:gd name="connsiteY103" fmla="*/ 5550 h 10000"/>
                  <a:gd name="connsiteX104" fmla="*/ 6443 w 10000"/>
                  <a:gd name="connsiteY104" fmla="*/ 5556 h 10000"/>
                  <a:gd name="connsiteX105" fmla="*/ 6427 w 10000"/>
                  <a:gd name="connsiteY105" fmla="*/ 5556 h 10000"/>
                  <a:gd name="connsiteX106" fmla="*/ 6427 w 10000"/>
                  <a:gd name="connsiteY106" fmla="*/ 5556 h 10000"/>
                  <a:gd name="connsiteX107" fmla="*/ 6422 w 10000"/>
                  <a:gd name="connsiteY107" fmla="*/ 5558 h 10000"/>
                  <a:gd name="connsiteX108" fmla="*/ 6422 w 10000"/>
                  <a:gd name="connsiteY108" fmla="*/ 5566 h 10000"/>
                  <a:gd name="connsiteX109" fmla="*/ 6422 w 10000"/>
                  <a:gd name="connsiteY109" fmla="*/ 5571 h 10000"/>
                  <a:gd name="connsiteX110" fmla="*/ 6422 w 10000"/>
                  <a:gd name="connsiteY110" fmla="*/ 5582 h 10000"/>
                  <a:gd name="connsiteX111" fmla="*/ 6422 w 10000"/>
                  <a:gd name="connsiteY111" fmla="*/ 5595 h 10000"/>
                  <a:gd name="connsiteX112" fmla="*/ 6347 w 10000"/>
                  <a:gd name="connsiteY112" fmla="*/ 5682 h 10000"/>
                  <a:gd name="connsiteX113" fmla="*/ 6288 w 10000"/>
                  <a:gd name="connsiteY113" fmla="*/ 5775 h 10000"/>
                  <a:gd name="connsiteX114" fmla="*/ 6261 w 10000"/>
                  <a:gd name="connsiteY114" fmla="*/ 5872 h 10000"/>
                  <a:gd name="connsiteX115" fmla="*/ 6251 w 10000"/>
                  <a:gd name="connsiteY115" fmla="*/ 5978 h 10000"/>
                  <a:gd name="connsiteX116" fmla="*/ 6235 w 10000"/>
                  <a:gd name="connsiteY116" fmla="*/ 6083 h 10000"/>
                  <a:gd name="connsiteX117" fmla="*/ 6229 w 10000"/>
                  <a:gd name="connsiteY117" fmla="*/ 6194 h 10000"/>
                  <a:gd name="connsiteX118" fmla="*/ 6208 w 10000"/>
                  <a:gd name="connsiteY118" fmla="*/ 6302 h 10000"/>
                  <a:gd name="connsiteX119" fmla="*/ 6170 w 10000"/>
                  <a:gd name="connsiteY119" fmla="*/ 6413 h 10000"/>
                  <a:gd name="connsiteX120" fmla="*/ 5978 w 10000"/>
                  <a:gd name="connsiteY120" fmla="*/ 7213 h 10000"/>
                  <a:gd name="connsiteX121" fmla="*/ 5951 w 10000"/>
                  <a:gd name="connsiteY121" fmla="*/ 7300 h 10000"/>
                  <a:gd name="connsiteX122" fmla="*/ 5935 w 10000"/>
                  <a:gd name="connsiteY122" fmla="*/ 7398 h 10000"/>
                  <a:gd name="connsiteX123" fmla="*/ 5929 w 10000"/>
                  <a:gd name="connsiteY123" fmla="*/ 7487 h 10000"/>
                  <a:gd name="connsiteX124" fmla="*/ 5929 w 10000"/>
                  <a:gd name="connsiteY124" fmla="*/ 7585 h 10000"/>
                  <a:gd name="connsiteX125" fmla="*/ 5929 w 10000"/>
                  <a:gd name="connsiteY125" fmla="*/ 7672 h 10000"/>
                  <a:gd name="connsiteX126" fmla="*/ 5913 w 10000"/>
                  <a:gd name="connsiteY126" fmla="*/ 7754 h 10000"/>
                  <a:gd name="connsiteX127" fmla="*/ 5897 w 10000"/>
                  <a:gd name="connsiteY127" fmla="*/ 7831 h 10000"/>
                  <a:gd name="connsiteX128" fmla="*/ 5865 w 10000"/>
                  <a:gd name="connsiteY128" fmla="*/ 7915 h 10000"/>
                  <a:gd name="connsiteX129" fmla="*/ 5865 w 10000"/>
                  <a:gd name="connsiteY129" fmla="*/ 7997 h 10000"/>
                  <a:gd name="connsiteX130" fmla="*/ 5886 w 10000"/>
                  <a:gd name="connsiteY130" fmla="*/ 8073 h 10000"/>
                  <a:gd name="connsiteX131" fmla="*/ 5924 w 10000"/>
                  <a:gd name="connsiteY131" fmla="*/ 8147 h 10000"/>
                  <a:gd name="connsiteX132" fmla="*/ 5972 w 10000"/>
                  <a:gd name="connsiteY132" fmla="*/ 8216 h 10000"/>
                  <a:gd name="connsiteX133" fmla="*/ 6020 w 10000"/>
                  <a:gd name="connsiteY133" fmla="*/ 8282 h 10000"/>
                  <a:gd name="connsiteX134" fmla="*/ 6069 w 10000"/>
                  <a:gd name="connsiteY134" fmla="*/ 8343 h 10000"/>
                  <a:gd name="connsiteX135" fmla="*/ 6138 w 10000"/>
                  <a:gd name="connsiteY135" fmla="*/ 8551 h 10000"/>
                  <a:gd name="connsiteX136" fmla="*/ 6111 w 10000"/>
                  <a:gd name="connsiteY136" fmla="*/ 8572 h 10000"/>
                  <a:gd name="connsiteX137" fmla="*/ 6069 w 10000"/>
                  <a:gd name="connsiteY137" fmla="*/ 8585 h 10000"/>
                  <a:gd name="connsiteX138" fmla="*/ 6031 w 10000"/>
                  <a:gd name="connsiteY138" fmla="*/ 8599 h 10000"/>
                  <a:gd name="connsiteX139" fmla="*/ 5999 w 10000"/>
                  <a:gd name="connsiteY139" fmla="*/ 8620 h 10000"/>
                  <a:gd name="connsiteX140" fmla="*/ 6069 w 10000"/>
                  <a:gd name="connsiteY140" fmla="*/ 8630 h 10000"/>
                  <a:gd name="connsiteX141" fmla="*/ 6117 w 10000"/>
                  <a:gd name="connsiteY141" fmla="*/ 8643 h 10000"/>
                  <a:gd name="connsiteX142" fmla="*/ 6160 w 10000"/>
                  <a:gd name="connsiteY142" fmla="*/ 8670 h 10000"/>
                  <a:gd name="connsiteX143" fmla="*/ 6138 w 10000"/>
                  <a:gd name="connsiteY143" fmla="*/ 8720 h 10000"/>
                  <a:gd name="connsiteX144" fmla="*/ 6144 w 10000"/>
                  <a:gd name="connsiteY144" fmla="*/ 8770 h 10000"/>
                  <a:gd name="connsiteX145" fmla="*/ 6181 w 10000"/>
                  <a:gd name="connsiteY145" fmla="*/ 8826 h 10000"/>
                  <a:gd name="connsiteX146" fmla="*/ 6235 w 10000"/>
                  <a:gd name="connsiteY146" fmla="*/ 8873 h 10000"/>
                  <a:gd name="connsiteX147" fmla="*/ 6288 w 10000"/>
                  <a:gd name="connsiteY147" fmla="*/ 8918 h 10000"/>
                  <a:gd name="connsiteX148" fmla="*/ 6352 w 10000"/>
                  <a:gd name="connsiteY148" fmla="*/ 8952 h 10000"/>
                  <a:gd name="connsiteX149" fmla="*/ 6465 w 10000"/>
                  <a:gd name="connsiteY149" fmla="*/ 9005 h 10000"/>
                  <a:gd name="connsiteX150" fmla="*/ 6583 w 10000"/>
                  <a:gd name="connsiteY150" fmla="*/ 9063 h 10000"/>
                  <a:gd name="connsiteX151" fmla="*/ 6706 w 10000"/>
                  <a:gd name="connsiteY151" fmla="*/ 9116 h 10000"/>
                  <a:gd name="connsiteX152" fmla="*/ 6781 w 10000"/>
                  <a:gd name="connsiteY152" fmla="*/ 9140 h 10000"/>
                  <a:gd name="connsiteX153" fmla="*/ 6867 w 10000"/>
                  <a:gd name="connsiteY153" fmla="*/ 9161 h 10000"/>
                  <a:gd name="connsiteX154" fmla="*/ 6958 w 10000"/>
                  <a:gd name="connsiteY154" fmla="*/ 9179 h 10000"/>
                  <a:gd name="connsiteX155" fmla="*/ 7043 w 10000"/>
                  <a:gd name="connsiteY155" fmla="*/ 9200 h 10000"/>
                  <a:gd name="connsiteX156" fmla="*/ 7134 w 10000"/>
                  <a:gd name="connsiteY156" fmla="*/ 9224 h 10000"/>
                  <a:gd name="connsiteX157" fmla="*/ 7220 w 10000"/>
                  <a:gd name="connsiteY157" fmla="*/ 9248 h 10000"/>
                  <a:gd name="connsiteX158" fmla="*/ 7290 w 10000"/>
                  <a:gd name="connsiteY158" fmla="*/ 9279 h 10000"/>
                  <a:gd name="connsiteX159" fmla="*/ 7343 w 10000"/>
                  <a:gd name="connsiteY159" fmla="*/ 9314 h 10000"/>
                  <a:gd name="connsiteX160" fmla="*/ 7386 w 10000"/>
                  <a:gd name="connsiteY160" fmla="*/ 9359 h 10000"/>
                  <a:gd name="connsiteX161" fmla="*/ 7408 w 10000"/>
                  <a:gd name="connsiteY161" fmla="*/ 9409 h 10000"/>
                  <a:gd name="connsiteX162" fmla="*/ 7381 w 10000"/>
                  <a:gd name="connsiteY162" fmla="*/ 9433 h 10000"/>
                  <a:gd name="connsiteX163" fmla="*/ 7359 w 10000"/>
                  <a:gd name="connsiteY163" fmla="*/ 9464 h 10000"/>
                  <a:gd name="connsiteX164" fmla="*/ 7333 w 10000"/>
                  <a:gd name="connsiteY164" fmla="*/ 9493 h 10000"/>
                  <a:gd name="connsiteX165" fmla="*/ 7284 w 10000"/>
                  <a:gd name="connsiteY165" fmla="*/ 9522 h 10000"/>
                  <a:gd name="connsiteX166" fmla="*/ 7193 w 10000"/>
                  <a:gd name="connsiteY166" fmla="*/ 9546 h 10000"/>
                  <a:gd name="connsiteX167" fmla="*/ 7081 w 10000"/>
                  <a:gd name="connsiteY167" fmla="*/ 9559 h 10000"/>
                  <a:gd name="connsiteX168" fmla="*/ 6958 w 10000"/>
                  <a:gd name="connsiteY168" fmla="*/ 9562 h 10000"/>
                  <a:gd name="connsiteX169" fmla="*/ 6824 w 10000"/>
                  <a:gd name="connsiteY169" fmla="*/ 9559 h 10000"/>
                  <a:gd name="connsiteX170" fmla="*/ 6690 w 10000"/>
                  <a:gd name="connsiteY170" fmla="*/ 9551 h 10000"/>
                  <a:gd name="connsiteX171" fmla="*/ 6567 w 10000"/>
                  <a:gd name="connsiteY171" fmla="*/ 9546 h 10000"/>
                  <a:gd name="connsiteX172" fmla="*/ 6454 w 10000"/>
                  <a:gd name="connsiteY172" fmla="*/ 9538 h 10000"/>
                  <a:gd name="connsiteX173" fmla="*/ 6261 w 10000"/>
                  <a:gd name="connsiteY173" fmla="*/ 9525 h 10000"/>
                  <a:gd name="connsiteX174" fmla="*/ 6074 w 10000"/>
                  <a:gd name="connsiteY174" fmla="*/ 9493 h 10000"/>
                  <a:gd name="connsiteX175" fmla="*/ 5903 w 10000"/>
                  <a:gd name="connsiteY175" fmla="*/ 9454 h 10000"/>
                  <a:gd name="connsiteX176" fmla="*/ 5726 w 10000"/>
                  <a:gd name="connsiteY176" fmla="*/ 9401 h 10000"/>
                  <a:gd name="connsiteX177" fmla="*/ 5560 w 10000"/>
                  <a:gd name="connsiteY177" fmla="*/ 9351 h 10000"/>
                  <a:gd name="connsiteX178" fmla="*/ 5404 w 10000"/>
                  <a:gd name="connsiteY178" fmla="*/ 9295 h 10000"/>
                  <a:gd name="connsiteX179" fmla="*/ 5244 w 10000"/>
                  <a:gd name="connsiteY179" fmla="*/ 9245 h 10000"/>
                  <a:gd name="connsiteX180" fmla="*/ 5083 w 10000"/>
                  <a:gd name="connsiteY180" fmla="*/ 9250 h 10000"/>
                  <a:gd name="connsiteX181" fmla="*/ 5019 w 10000"/>
                  <a:gd name="connsiteY181" fmla="*/ 9245 h 10000"/>
                  <a:gd name="connsiteX182" fmla="*/ 4944 w 10000"/>
                  <a:gd name="connsiteY182" fmla="*/ 9227 h 10000"/>
                  <a:gd name="connsiteX183" fmla="*/ 4853 w 10000"/>
                  <a:gd name="connsiteY183" fmla="*/ 9211 h 10000"/>
                  <a:gd name="connsiteX184" fmla="*/ 4762 w 10000"/>
                  <a:gd name="connsiteY184" fmla="*/ 9187 h 10000"/>
                  <a:gd name="connsiteX185" fmla="*/ 4681 w 10000"/>
                  <a:gd name="connsiteY185" fmla="*/ 9163 h 10000"/>
                  <a:gd name="connsiteX186" fmla="*/ 4617 w 10000"/>
                  <a:gd name="connsiteY186" fmla="*/ 9134 h 10000"/>
                  <a:gd name="connsiteX187" fmla="*/ 4585 w 10000"/>
                  <a:gd name="connsiteY187" fmla="*/ 9105 h 10000"/>
                  <a:gd name="connsiteX188" fmla="*/ 4574 w 10000"/>
                  <a:gd name="connsiteY188" fmla="*/ 9060 h 10000"/>
                  <a:gd name="connsiteX189" fmla="*/ 4585 w 10000"/>
                  <a:gd name="connsiteY189" fmla="*/ 9005 h 10000"/>
                  <a:gd name="connsiteX190" fmla="*/ 4606 w 10000"/>
                  <a:gd name="connsiteY190" fmla="*/ 8947 h 10000"/>
                  <a:gd name="connsiteX191" fmla="*/ 4638 w 10000"/>
                  <a:gd name="connsiteY191" fmla="*/ 8884 h 10000"/>
                  <a:gd name="connsiteX192" fmla="*/ 4681 w 10000"/>
                  <a:gd name="connsiteY192" fmla="*/ 8820 h 10000"/>
                  <a:gd name="connsiteX193" fmla="*/ 4724 w 10000"/>
                  <a:gd name="connsiteY193" fmla="*/ 8757 h 10000"/>
                  <a:gd name="connsiteX194" fmla="*/ 4756 w 10000"/>
                  <a:gd name="connsiteY194" fmla="*/ 8699 h 10000"/>
                  <a:gd name="connsiteX195" fmla="*/ 4783 w 10000"/>
                  <a:gd name="connsiteY195" fmla="*/ 8646 h 10000"/>
                  <a:gd name="connsiteX196" fmla="*/ 4799 w 10000"/>
                  <a:gd name="connsiteY196" fmla="*/ 8604 h 10000"/>
                  <a:gd name="connsiteX197" fmla="*/ 4676 w 10000"/>
                  <a:gd name="connsiteY197" fmla="*/ 8572 h 10000"/>
                  <a:gd name="connsiteX198" fmla="*/ 4590 w 10000"/>
                  <a:gd name="connsiteY198" fmla="*/ 8538 h 10000"/>
                  <a:gd name="connsiteX199" fmla="*/ 4537 w 10000"/>
                  <a:gd name="connsiteY199" fmla="*/ 8501 h 10000"/>
                  <a:gd name="connsiteX200" fmla="*/ 4499 w 10000"/>
                  <a:gd name="connsiteY200" fmla="*/ 8459 h 10000"/>
                  <a:gd name="connsiteX201" fmla="*/ 4488 w 10000"/>
                  <a:gd name="connsiteY201" fmla="*/ 8414 h 10000"/>
                  <a:gd name="connsiteX202" fmla="*/ 4494 w 10000"/>
                  <a:gd name="connsiteY202" fmla="*/ 8366 h 10000"/>
                  <a:gd name="connsiteX203" fmla="*/ 4510 w 10000"/>
                  <a:gd name="connsiteY203" fmla="*/ 8316 h 10000"/>
                  <a:gd name="connsiteX204" fmla="*/ 4537 w 10000"/>
                  <a:gd name="connsiteY204" fmla="*/ 8263 h 10000"/>
                  <a:gd name="connsiteX205" fmla="*/ 4563 w 10000"/>
                  <a:gd name="connsiteY205" fmla="*/ 8211 h 10000"/>
                  <a:gd name="connsiteX206" fmla="*/ 4585 w 10000"/>
                  <a:gd name="connsiteY206" fmla="*/ 8155 h 10000"/>
                  <a:gd name="connsiteX207" fmla="*/ 4606 w 10000"/>
                  <a:gd name="connsiteY207" fmla="*/ 8097 h 10000"/>
                  <a:gd name="connsiteX208" fmla="*/ 4612 w 10000"/>
                  <a:gd name="connsiteY208" fmla="*/ 8042 h 10000"/>
                  <a:gd name="connsiteX209" fmla="*/ 4606 w 10000"/>
                  <a:gd name="connsiteY209" fmla="*/ 7984 h 10000"/>
                  <a:gd name="connsiteX210" fmla="*/ 4590 w 10000"/>
                  <a:gd name="connsiteY210" fmla="*/ 7920 h 10000"/>
                  <a:gd name="connsiteX211" fmla="*/ 4585 w 10000"/>
                  <a:gd name="connsiteY211" fmla="*/ 7838 h 10000"/>
                  <a:gd name="connsiteX212" fmla="*/ 4585 w 10000"/>
                  <a:gd name="connsiteY212" fmla="*/ 7746 h 10000"/>
                  <a:gd name="connsiteX213" fmla="*/ 4590 w 10000"/>
                  <a:gd name="connsiteY213" fmla="*/ 7646 h 10000"/>
                  <a:gd name="connsiteX214" fmla="*/ 4606 w 10000"/>
                  <a:gd name="connsiteY214" fmla="*/ 7551 h 10000"/>
                  <a:gd name="connsiteX215" fmla="*/ 4628 w 10000"/>
                  <a:gd name="connsiteY215" fmla="*/ 7464 h 10000"/>
                  <a:gd name="connsiteX216" fmla="*/ 4644 w 10000"/>
                  <a:gd name="connsiteY216" fmla="*/ 7324 h 10000"/>
                  <a:gd name="connsiteX217" fmla="*/ 4660 w 10000"/>
                  <a:gd name="connsiteY217" fmla="*/ 7173 h 10000"/>
                  <a:gd name="connsiteX218" fmla="*/ 4660 w 10000"/>
                  <a:gd name="connsiteY218" fmla="*/ 7018 h 10000"/>
                  <a:gd name="connsiteX219" fmla="*/ 4655 w 10000"/>
                  <a:gd name="connsiteY219" fmla="*/ 6854 h 10000"/>
                  <a:gd name="connsiteX220" fmla="*/ 4638 w 10000"/>
                  <a:gd name="connsiteY220" fmla="*/ 6693 h 10000"/>
                  <a:gd name="connsiteX221" fmla="*/ 4633 w 10000"/>
                  <a:gd name="connsiteY221" fmla="*/ 6540 h 10000"/>
                  <a:gd name="connsiteX222" fmla="*/ 4628 w 10000"/>
                  <a:gd name="connsiteY222" fmla="*/ 6395 h 10000"/>
                  <a:gd name="connsiteX223" fmla="*/ 4628 w 10000"/>
                  <a:gd name="connsiteY223" fmla="*/ 6310 h 10000"/>
                  <a:gd name="connsiteX224" fmla="*/ 4633 w 10000"/>
                  <a:gd name="connsiteY224" fmla="*/ 6226 h 10000"/>
                  <a:gd name="connsiteX225" fmla="*/ 4644 w 10000"/>
                  <a:gd name="connsiteY225" fmla="*/ 6139 h 10000"/>
                  <a:gd name="connsiteX226" fmla="*/ 4660 w 10000"/>
                  <a:gd name="connsiteY226" fmla="*/ 6054 h 10000"/>
                  <a:gd name="connsiteX227" fmla="*/ 4676 w 10000"/>
                  <a:gd name="connsiteY227" fmla="*/ 5967 h 10000"/>
                  <a:gd name="connsiteX228" fmla="*/ 4676 w 10000"/>
                  <a:gd name="connsiteY228" fmla="*/ 5891 h 10000"/>
                  <a:gd name="connsiteX229" fmla="*/ 4665 w 10000"/>
                  <a:gd name="connsiteY229" fmla="*/ 5817 h 10000"/>
                  <a:gd name="connsiteX230" fmla="*/ 4638 w 10000"/>
                  <a:gd name="connsiteY230" fmla="*/ 5751 h 10000"/>
                  <a:gd name="connsiteX231" fmla="*/ 4585 w 10000"/>
                  <a:gd name="connsiteY231" fmla="*/ 5693 h 10000"/>
                  <a:gd name="connsiteX232" fmla="*/ 4585 w 10000"/>
                  <a:gd name="connsiteY232" fmla="*/ 5709 h 10000"/>
                  <a:gd name="connsiteX233" fmla="*/ 4547 w 10000"/>
                  <a:gd name="connsiteY233" fmla="*/ 5740 h 10000"/>
                  <a:gd name="connsiteX234" fmla="*/ 4510 w 10000"/>
                  <a:gd name="connsiteY234" fmla="*/ 5785 h 10000"/>
                  <a:gd name="connsiteX235" fmla="*/ 4488 w 10000"/>
                  <a:gd name="connsiteY235" fmla="*/ 5827 h 10000"/>
                  <a:gd name="connsiteX236" fmla="*/ 4478 w 10000"/>
                  <a:gd name="connsiteY236" fmla="*/ 5872 h 10000"/>
                  <a:gd name="connsiteX237" fmla="*/ 4446 w 10000"/>
                  <a:gd name="connsiteY237" fmla="*/ 5885 h 10000"/>
                  <a:gd name="connsiteX238" fmla="*/ 4408 w 10000"/>
                  <a:gd name="connsiteY238" fmla="*/ 5914 h 10000"/>
                  <a:gd name="connsiteX239" fmla="*/ 4371 w 10000"/>
                  <a:gd name="connsiteY239" fmla="*/ 5954 h 10000"/>
                  <a:gd name="connsiteX240" fmla="*/ 4328 w 10000"/>
                  <a:gd name="connsiteY240" fmla="*/ 6002 h 10000"/>
                  <a:gd name="connsiteX241" fmla="*/ 4280 w 10000"/>
                  <a:gd name="connsiteY241" fmla="*/ 6057 h 10000"/>
                  <a:gd name="connsiteX242" fmla="*/ 4237 w 10000"/>
                  <a:gd name="connsiteY242" fmla="*/ 6112 h 10000"/>
                  <a:gd name="connsiteX243" fmla="*/ 4205 w 10000"/>
                  <a:gd name="connsiteY243" fmla="*/ 6165 h 10000"/>
                  <a:gd name="connsiteX244" fmla="*/ 4162 w 10000"/>
                  <a:gd name="connsiteY244" fmla="*/ 6215 h 10000"/>
                  <a:gd name="connsiteX245" fmla="*/ 4044 w 10000"/>
                  <a:gd name="connsiteY245" fmla="*/ 6358 h 10000"/>
                  <a:gd name="connsiteX246" fmla="*/ 3910 w 10000"/>
                  <a:gd name="connsiteY246" fmla="*/ 6500 h 10000"/>
                  <a:gd name="connsiteX247" fmla="*/ 3787 w 10000"/>
                  <a:gd name="connsiteY247" fmla="*/ 6646 h 10000"/>
                  <a:gd name="connsiteX248" fmla="*/ 3680 w 10000"/>
                  <a:gd name="connsiteY248" fmla="*/ 6788 h 10000"/>
                  <a:gd name="connsiteX249" fmla="*/ 3599 w 10000"/>
                  <a:gd name="connsiteY249" fmla="*/ 6925 h 10000"/>
                  <a:gd name="connsiteX250" fmla="*/ 3599 w 10000"/>
                  <a:gd name="connsiteY250" fmla="*/ 6928 h 10000"/>
                  <a:gd name="connsiteX251" fmla="*/ 3599 w 10000"/>
                  <a:gd name="connsiteY251" fmla="*/ 6931 h 10000"/>
                  <a:gd name="connsiteX252" fmla="*/ 3605 w 10000"/>
                  <a:gd name="connsiteY252" fmla="*/ 6936 h 10000"/>
                  <a:gd name="connsiteX253" fmla="*/ 3605 w 10000"/>
                  <a:gd name="connsiteY253" fmla="*/ 6941 h 10000"/>
                  <a:gd name="connsiteX254" fmla="*/ 3621 w 10000"/>
                  <a:gd name="connsiteY254" fmla="*/ 6952 h 10000"/>
                  <a:gd name="connsiteX255" fmla="*/ 3562 w 10000"/>
                  <a:gd name="connsiteY255" fmla="*/ 6941 h 10000"/>
                  <a:gd name="connsiteX256" fmla="*/ 3535 w 10000"/>
                  <a:gd name="connsiteY256" fmla="*/ 6997 h 10000"/>
                  <a:gd name="connsiteX257" fmla="*/ 3492 w 10000"/>
                  <a:gd name="connsiteY257" fmla="*/ 7052 h 10000"/>
                  <a:gd name="connsiteX258" fmla="*/ 3455 w 10000"/>
                  <a:gd name="connsiteY258" fmla="*/ 7102 h 10000"/>
                  <a:gd name="connsiteX259" fmla="*/ 3407 w 10000"/>
                  <a:gd name="connsiteY259" fmla="*/ 7150 h 10000"/>
                  <a:gd name="connsiteX260" fmla="*/ 3369 w 10000"/>
                  <a:gd name="connsiteY260" fmla="*/ 7184 h 10000"/>
                  <a:gd name="connsiteX261" fmla="*/ 3348 w 10000"/>
                  <a:gd name="connsiteY261" fmla="*/ 7226 h 10000"/>
                  <a:gd name="connsiteX262" fmla="*/ 3348 w 10000"/>
                  <a:gd name="connsiteY262" fmla="*/ 7266 h 10000"/>
                  <a:gd name="connsiteX263" fmla="*/ 3348 w 10000"/>
                  <a:gd name="connsiteY263" fmla="*/ 7308 h 10000"/>
                  <a:gd name="connsiteX264" fmla="*/ 3358 w 10000"/>
                  <a:gd name="connsiteY264" fmla="*/ 7345 h 10000"/>
                  <a:gd name="connsiteX265" fmla="*/ 3348 w 10000"/>
                  <a:gd name="connsiteY265" fmla="*/ 7377 h 10000"/>
                  <a:gd name="connsiteX266" fmla="*/ 3294 w 10000"/>
                  <a:gd name="connsiteY266" fmla="*/ 7474 h 10000"/>
                  <a:gd name="connsiteX267" fmla="*/ 3224 w 10000"/>
                  <a:gd name="connsiteY267" fmla="*/ 7575 h 10000"/>
                  <a:gd name="connsiteX268" fmla="*/ 3160 w 10000"/>
                  <a:gd name="connsiteY268" fmla="*/ 7672 h 10000"/>
                  <a:gd name="connsiteX269" fmla="*/ 3107 w 10000"/>
                  <a:gd name="connsiteY269" fmla="*/ 7770 h 10000"/>
                  <a:gd name="connsiteX270" fmla="*/ 3064 w 10000"/>
                  <a:gd name="connsiteY270" fmla="*/ 7868 h 10000"/>
                  <a:gd name="connsiteX271" fmla="*/ 3037 w 10000"/>
                  <a:gd name="connsiteY271" fmla="*/ 7970 h 10000"/>
                  <a:gd name="connsiteX272" fmla="*/ 3037 w 10000"/>
                  <a:gd name="connsiteY272" fmla="*/ 8076 h 10000"/>
                  <a:gd name="connsiteX273" fmla="*/ 3069 w 10000"/>
                  <a:gd name="connsiteY273" fmla="*/ 8187 h 10000"/>
                  <a:gd name="connsiteX274" fmla="*/ 3080 w 10000"/>
                  <a:gd name="connsiteY274" fmla="*/ 8245 h 10000"/>
                  <a:gd name="connsiteX275" fmla="*/ 3064 w 10000"/>
                  <a:gd name="connsiteY275" fmla="*/ 8303 h 10000"/>
                  <a:gd name="connsiteX276" fmla="*/ 3032 w 10000"/>
                  <a:gd name="connsiteY276" fmla="*/ 8356 h 10000"/>
                  <a:gd name="connsiteX277" fmla="*/ 2989 w 10000"/>
                  <a:gd name="connsiteY277" fmla="*/ 8409 h 10000"/>
                  <a:gd name="connsiteX278" fmla="*/ 2962 w 10000"/>
                  <a:gd name="connsiteY278" fmla="*/ 8456 h 10000"/>
                  <a:gd name="connsiteX279" fmla="*/ 2941 w 10000"/>
                  <a:gd name="connsiteY279" fmla="*/ 8496 h 10000"/>
                  <a:gd name="connsiteX280" fmla="*/ 2946 w 10000"/>
                  <a:gd name="connsiteY280" fmla="*/ 8530 h 10000"/>
                  <a:gd name="connsiteX281" fmla="*/ 3198 w 10000"/>
                  <a:gd name="connsiteY281" fmla="*/ 8767 h 10000"/>
                  <a:gd name="connsiteX282" fmla="*/ 3198 w 10000"/>
                  <a:gd name="connsiteY282" fmla="*/ 8836 h 10000"/>
                  <a:gd name="connsiteX283" fmla="*/ 3171 w 10000"/>
                  <a:gd name="connsiteY283" fmla="*/ 8884 h 10000"/>
                  <a:gd name="connsiteX284" fmla="*/ 3133 w 10000"/>
                  <a:gd name="connsiteY284" fmla="*/ 8934 h 10000"/>
                  <a:gd name="connsiteX285" fmla="*/ 3091 w 10000"/>
                  <a:gd name="connsiteY285" fmla="*/ 8989 h 10000"/>
                  <a:gd name="connsiteX286" fmla="*/ 3053 w 10000"/>
                  <a:gd name="connsiteY286" fmla="*/ 9045 h 10000"/>
                  <a:gd name="connsiteX287" fmla="*/ 3016 w 10000"/>
                  <a:gd name="connsiteY287" fmla="*/ 9097 h 10000"/>
                  <a:gd name="connsiteX288" fmla="*/ 2994 w 10000"/>
                  <a:gd name="connsiteY288" fmla="*/ 9145 h 10000"/>
                  <a:gd name="connsiteX289" fmla="*/ 2999 w 10000"/>
                  <a:gd name="connsiteY289" fmla="*/ 9184 h 10000"/>
                  <a:gd name="connsiteX290" fmla="*/ 3042 w 10000"/>
                  <a:gd name="connsiteY290" fmla="*/ 9272 h 10000"/>
                  <a:gd name="connsiteX291" fmla="*/ 3107 w 10000"/>
                  <a:gd name="connsiteY291" fmla="*/ 9364 h 10000"/>
                  <a:gd name="connsiteX292" fmla="*/ 3176 w 10000"/>
                  <a:gd name="connsiteY292" fmla="*/ 9454 h 10000"/>
                  <a:gd name="connsiteX293" fmla="*/ 3240 w 10000"/>
                  <a:gd name="connsiteY293" fmla="*/ 9549 h 10000"/>
                  <a:gd name="connsiteX294" fmla="*/ 3289 w 10000"/>
                  <a:gd name="connsiteY294" fmla="*/ 9644 h 10000"/>
                  <a:gd name="connsiteX295" fmla="*/ 3321 w 10000"/>
                  <a:gd name="connsiteY295" fmla="*/ 9741 h 10000"/>
                  <a:gd name="connsiteX296" fmla="*/ 3326 w 10000"/>
                  <a:gd name="connsiteY296" fmla="*/ 9839 h 10000"/>
                  <a:gd name="connsiteX297" fmla="*/ 3299 w 10000"/>
                  <a:gd name="connsiteY297" fmla="*/ 9939 h 10000"/>
                  <a:gd name="connsiteX298" fmla="*/ 3160 w 10000"/>
                  <a:gd name="connsiteY298" fmla="*/ 9974 h 10000"/>
                  <a:gd name="connsiteX299" fmla="*/ 3016 w 10000"/>
                  <a:gd name="connsiteY299" fmla="*/ 9992 h 10000"/>
                  <a:gd name="connsiteX300" fmla="*/ 2855 w 10000"/>
                  <a:gd name="connsiteY300" fmla="*/ 10000 h 10000"/>
                  <a:gd name="connsiteX301" fmla="*/ 2700 w 10000"/>
                  <a:gd name="connsiteY301" fmla="*/ 9997 h 10000"/>
                  <a:gd name="connsiteX302" fmla="*/ 2539 w 10000"/>
                  <a:gd name="connsiteY302" fmla="*/ 9979 h 10000"/>
                  <a:gd name="connsiteX303" fmla="*/ 2384 w 10000"/>
                  <a:gd name="connsiteY303" fmla="*/ 9955 h 10000"/>
                  <a:gd name="connsiteX304" fmla="*/ 2239 w 10000"/>
                  <a:gd name="connsiteY304" fmla="*/ 9921 h 10000"/>
                  <a:gd name="connsiteX305" fmla="*/ 2105 w 10000"/>
                  <a:gd name="connsiteY305" fmla="*/ 9881 h 10000"/>
                  <a:gd name="connsiteX306" fmla="*/ 1987 w 10000"/>
                  <a:gd name="connsiteY306" fmla="*/ 9834 h 10000"/>
                  <a:gd name="connsiteX307" fmla="*/ 1901 w 10000"/>
                  <a:gd name="connsiteY307" fmla="*/ 9781 h 10000"/>
                  <a:gd name="connsiteX308" fmla="*/ 1837 w 10000"/>
                  <a:gd name="connsiteY308" fmla="*/ 9723 h 10000"/>
                  <a:gd name="connsiteX309" fmla="*/ 1837 w 10000"/>
                  <a:gd name="connsiteY309" fmla="*/ 9514 h 10000"/>
                  <a:gd name="connsiteX310" fmla="*/ 1810 w 10000"/>
                  <a:gd name="connsiteY310" fmla="*/ 9480 h 10000"/>
                  <a:gd name="connsiteX311" fmla="*/ 1773 w 10000"/>
                  <a:gd name="connsiteY311" fmla="*/ 9435 h 10000"/>
                  <a:gd name="connsiteX312" fmla="*/ 1746 w 10000"/>
                  <a:gd name="connsiteY312" fmla="*/ 9382 h 10000"/>
                  <a:gd name="connsiteX313" fmla="*/ 1725 w 10000"/>
                  <a:gd name="connsiteY313" fmla="*/ 9316 h 10000"/>
                  <a:gd name="connsiteX314" fmla="*/ 1725 w 10000"/>
                  <a:gd name="connsiteY314" fmla="*/ 9248 h 10000"/>
                  <a:gd name="connsiteX315" fmla="*/ 1746 w 10000"/>
                  <a:gd name="connsiteY315" fmla="*/ 9177 h 10000"/>
                  <a:gd name="connsiteX316" fmla="*/ 1762 w 10000"/>
                  <a:gd name="connsiteY316" fmla="*/ 9126 h 10000"/>
                  <a:gd name="connsiteX317" fmla="*/ 1762 w 10000"/>
                  <a:gd name="connsiteY317" fmla="*/ 9071 h 10000"/>
                  <a:gd name="connsiteX318" fmla="*/ 1741 w 10000"/>
                  <a:gd name="connsiteY318" fmla="*/ 9013 h 10000"/>
                  <a:gd name="connsiteX319" fmla="*/ 1725 w 10000"/>
                  <a:gd name="connsiteY319" fmla="*/ 8952 h 10000"/>
                  <a:gd name="connsiteX320" fmla="*/ 1714 w 10000"/>
                  <a:gd name="connsiteY320" fmla="*/ 8884 h 10000"/>
                  <a:gd name="connsiteX321" fmla="*/ 1714 w 10000"/>
                  <a:gd name="connsiteY321" fmla="*/ 8810 h 10000"/>
                  <a:gd name="connsiteX322" fmla="*/ 1735 w 10000"/>
                  <a:gd name="connsiteY322" fmla="*/ 8733 h 10000"/>
                  <a:gd name="connsiteX323" fmla="*/ 1762 w 10000"/>
                  <a:gd name="connsiteY323" fmla="*/ 8667 h 10000"/>
                  <a:gd name="connsiteX324" fmla="*/ 1800 w 10000"/>
                  <a:gd name="connsiteY324" fmla="*/ 8606 h 10000"/>
                  <a:gd name="connsiteX325" fmla="*/ 1837 w 10000"/>
                  <a:gd name="connsiteY325" fmla="*/ 8546 h 10000"/>
                  <a:gd name="connsiteX326" fmla="*/ 1869 w 10000"/>
                  <a:gd name="connsiteY326" fmla="*/ 8472 h 10000"/>
                  <a:gd name="connsiteX327" fmla="*/ 1869 w 10000"/>
                  <a:gd name="connsiteY327" fmla="*/ 7820 h 10000"/>
                  <a:gd name="connsiteX328" fmla="*/ 1998 w 10000"/>
                  <a:gd name="connsiteY328" fmla="*/ 7020 h 10000"/>
                  <a:gd name="connsiteX329" fmla="*/ 2260 w 10000"/>
                  <a:gd name="connsiteY329" fmla="*/ 6577 h 10000"/>
                  <a:gd name="connsiteX330" fmla="*/ 2276 w 10000"/>
                  <a:gd name="connsiteY330" fmla="*/ 6221 h 10000"/>
                  <a:gd name="connsiteX331" fmla="*/ 2453 w 10000"/>
                  <a:gd name="connsiteY331" fmla="*/ 5735 h 10000"/>
                  <a:gd name="connsiteX332" fmla="*/ 2501 w 10000"/>
                  <a:gd name="connsiteY332" fmla="*/ 5606 h 10000"/>
                  <a:gd name="connsiteX333" fmla="*/ 2539 w 10000"/>
                  <a:gd name="connsiteY333" fmla="*/ 5484 h 10000"/>
                  <a:gd name="connsiteX334" fmla="*/ 2560 w 10000"/>
                  <a:gd name="connsiteY334" fmla="*/ 5363 h 10000"/>
                  <a:gd name="connsiteX335" fmla="*/ 2592 w 10000"/>
                  <a:gd name="connsiteY335" fmla="*/ 5247 h 10000"/>
                  <a:gd name="connsiteX336" fmla="*/ 2598 w 10000"/>
                  <a:gd name="connsiteY336" fmla="*/ 5202 h 10000"/>
                  <a:gd name="connsiteX337" fmla="*/ 2592 w 10000"/>
                  <a:gd name="connsiteY337" fmla="*/ 5154 h 10000"/>
                  <a:gd name="connsiteX338" fmla="*/ 2587 w 10000"/>
                  <a:gd name="connsiteY338" fmla="*/ 5107 h 10000"/>
                  <a:gd name="connsiteX339" fmla="*/ 2587 w 10000"/>
                  <a:gd name="connsiteY339" fmla="*/ 5059 h 10000"/>
                  <a:gd name="connsiteX340" fmla="*/ 2614 w 10000"/>
                  <a:gd name="connsiteY340" fmla="*/ 5015 h 10000"/>
                  <a:gd name="connsiteX341" fmla="*/ 2592 w 10000"/>
                  <a:gd name="connsiteY341" fmla="*/ 5015 h 10000"/>
                  <a:gd name="connsiteX342" fmla="*/ 2587 w 10000"/>
                  <a:gd name="connsiteY342" fmla="*/ 5015 h 10000"/>
                  <a:gd name="connsiteX343" fmla="*/ 2582 w 10000"/>
                  <a:gd name="connsiteY343" fmla="*/ 5015 h 10000"/>
                  <a:gd name="connsiteX344" fmla="*/ 2582 w 10000"/>
                  <a:gd name="connsiteY344" fmla="*/ 5020 h 10000"/>
                  <a:gd name="connsiteX345" fmla="*/ 2571 w 10000"/>
                  <a:gd name="connsiteY345" fmla="*/ 5020 h 10000"/>
                  <a:gd name="connsiteX346" fmla="*/ 2571 w 10000"/>
                  <a:gd name="connsiteY346" fmla="*/ 5015 h 10000"/>
                  <a:gd name="connsiteX347" fmla="*/ 2566 w 10000"/>
                  <a:gd name="connsiteY347" fmla="*/ 5012 h 10000"/>
                  <a:gd name="connsiteX348" fmla="*/ 2560 w 10000"/>
                  <a:gd name="connsiteY348" fmla="*/ 5004 h 10000"/>
                  <a:gd name="connsiteX349" fmla="*/ 2566 w 10000"/>
                  <a:gd name="connsiteY349" fmla="*/ 4980 h 10000"/>
                  <a:gd name="connsiteX350" fmla="*/ 2544 w 10000"/>
                  <a:gd name="connsiteY350" fmla="*/ 4964 h 10000"/>
                  <a:gd name="connsiteX351" fmla="*/ 2517 w 10000"/>
                  <a:gd name="connsiteY351" fmla="*/ 4946 h 10000"/>
                  <a:gd name="connsiteX352" fmla="*/ 2475 w 10000"/>
                  <a:gd name="connsiteY352" fmla="*/ 4933 h 10000"/>
                  <a:gd name="connsiteX353" fmla="*/ 2442 w 10000"/>
                  <a:gd name="connsiteY353" fmla="*/ 4917 h 10000"/>
                  <a:gd name="connsiteX354" fmla="*/ 2421 w 10000"/>
                  <a:gd name="connsiteY354" fmla="*/ 4904 h 10000"/>
                  <a:gd name="connsiteX355" fmla="*/ 2421 w 10000"/>
                  <a:gd name="connsiteY355" fmla="*/ 4605 h 10000"/>
                  <a:gd name="connsiteX356" fmla="*/ 2432 w 10000"/>
                  <a:gd name="connsiteY356" fmla="*/ 4120 h 10000"/>
                  <a:gd name="connsiteX357" fmla="*/ 2453 w 10000"/>
                  <a:gd name="connsiteY357" fmla="*/ 4014 h 10000"/>
                  <a:gd name="connsiteX358" fmla="*/ 2448 w 10000"/>
                  <a:gd name="connsiteY358" fmla="*/ 3911 h 10000"/>
                  <a:gd name="connsiteX359" fmla="*/ 2432 w 10000"/>
                  <a:gd name="connsiteY359" fmla="*/ 3808 h 10000"/>
                  <a:gd name="connsiteX360" fmla="*/ 2410 w 10000"/>
                  <a:gd name="connsiteY360" fmla="*/ 3703 h 10000"/>
                  <a:gd name="connsiteX361" fmla="*/ 2421 w 10000"/>
                  <a:gd name="connsiteY361" fmla="*/ 3597 h 10000"/>
                  <a:gd name="connsiteX362" fmla="*/ 2432 w 10000"/>
                  <a:gd name="connsiteY362" fmla="*/ 3481 h 10000"/>
                  <a:gd name="connsiteX363" fmla="*/ 2448 w 10000"/>
                  <a:gd name="connsiteY363" fmla="*/ 3362 h 10000"/>
                  <a:gd name="connsiteX364" fmla="*/ 2453 w 10000"/>
                  <a:gd name="connsiteY364" fmla="*/ 3238 h 10000"/>
                  <a:gd name="connsiteX365" fmla="*/ 2448 w 10000"/>
                  <a:gd name="connsiteY365" fmla="*/ 3122 h 10000"/>
                  <a:gd name="connsiteX366" fmla="*/ 2421 w 10000"/>
                  <a:gd name="connsiteY366" fmla="*/ 3017 h 10000"/>
                  <a:gd name="connsiteX367" fmla="*/ 2362 w 10000"/>
                  <a:gd name="connsiteY367" fmla="*/ 2703 h 10000"/>
                  <a:gd name="connsiteX368" fmla="*/ 2351 w 10000"/>
                  <a:gd name="connsiteY368" fmla="*/ 2753 h 10000"/>
                  <a:gd name="connsiteX369" fmla="*/ 2314 w 10000"/>
                  <a:gd name="connsiteY369" fmla="*/ 2790 h 10000"/>
                  <a:gd name="connsiteX370" fmla="*/ 2282 w 10000"/>
                  <a:gd name="connsiteY370" fmla="*/ 2821 h 10000"/>
                  <a:gd name="connsiteX371" fmla="*/ 2255 w 10000"/>
                  <a:gd name="connsiteY371" fmla="*/ 2848 h 10000"/>
                  <a:gd name="connsiteX372" fmla="*/ 2239 w 10000"/>
                  <a:gd name="connsiteY372" fmla="*/ 2877 h 10000"/>
                  <a:gd name="connsiteX373" fmla="*/ 2236 w 10000"/>
                  <a:gd name="connsiteY373" fmla="*/ 2903 h 10000"/>
                  <a:gd name="connsiteX374" fmla="*/ 2217 w 10000"/>
                  <a:gd name="connsiteY374" fmla="*/ 2922 h 10000"/>
                  <a:gd name="connsiteX375" fmla="*/ 2185 w 10000"/>
                  <a:gd name="connsiteY375" fmla="*/ 2956 h 10000"/>
                  <a:gd name="connsiteX376" fmla="*/ 2148 w 10000"/>
                  <a:gd name="connsiteY376" fmla="*/ 2996 h 10000"/>
                  <a:gd name="connsiteX377" fmla="*/ 2126 w 10000"/>
                  <a:gd name="connsiteY377" fmla="*/ 3040 h 10000"/>
                  <a:gd name="connsiteX378" fmla="*/ 2105 w 10000"/>
                  <a:gd name="connsiteY378" fmla="*/ 3088 h 10000"/>
                  <a:gd name="connsiteX379" fmla="*/ 2094 w 10000"/>
                  <a:gd name="connsiteY379" fmla="*/ 3125 h 10000"/>
                  <a:gd name="connsiteX380" fmla="*/ 2089 w 10000"/>
                  <a:gd name="connsiteY380" fmla="*/ 3154 h 10000"/>
                  <a:gd name="connsiteX381" fmla="*/ 2078 w 10000"/>
                  <a:gd name="connsiteY381" fmla="*/ 3164 h 10000"/>
                  <a:gd name="connsiteX382" fmla="*/ 1971 w 10000"/>
                  <a:gd name="connsiteY382" fmla="*/ 3215 h 10000"/>
                  <a:gd name="connsiteX383" fmla="*/ 1869 w 10000"/>
                  <a:gd name="connsiteY383" fmla="*/ 3257 h 10000"/>
                  <a:gd name="connsiteX384" fmla="*/ 1773 w 10000"/>
                  <a:gd name="connsiteY384" fmla="*/ 3296 h 10000"/>
                  <a:gd name="connsiteX385" fmla="*/ 1676 w 10000"/>
                  <a:gd name="connsiteY385" fmla="*/ 3331 h 10000"/>
                  <a:gd name="connsiteX386" fmla="*/ 1559 w 10000"/>
                  <a:gd name="connsiteY386" fmla="*/ 3362 h 10000"/>
                  <a:gd name="connsiteX387" fmla="*/ 1414 w 10000"/>
                  <a:gd name="connsiteY387" fmla="*/ 3389 h 10000"/>
                  <a:gd name="connsiteX388" fmla="*/ 1296 w 10000"/>
                  <a:gd name="connsiteY388" fmla="*/ 3399 h 10000"/>
                  <a:gd name="connsiteX389" fmla="*/ 1194 w 10000"/>
                  <a:gd name="connsiteY389" fmla="*/ 3391 h 10000"/>
                  <a:gd name="connsiteX390" fmla="*/ 1093 w 10000"/>
                  <a:gd name="connsiteY390" fmla="*/ 3376 h 10000"/>
                  <a:gd name="connsiteX391" fmla="*/ 1007 w 10000"/>
                  <a:gd name="connsiteY391" fmla="*/ 3344 h 10000"/>
                  <a:gd name="connsiteX392" fmla="*/ 921 w 10000"/>
                  <a:gd name="connsiteY392" fmla="*/ 3310 h 10000"/>
                  <a:gd name="connsiteX393" fmla="*/ 846 w 10000"/>
                  <a:gd name="connsiteY393" fmla="*/ 3270 h 10000"/>
                  <a:gd name="connsiteX394" fmla="*/ 777 w 10000"/>
                  <a:gd name="connsiteY394" fmla="*/ 3225 h 10000"/>
                  <a:gd name="connsiteX395" fmla="*/ 718 w 10000"/>
                  <a:gd name="connsiteY395" fmla="*/ 3183 h 10000"/>
                  <a:gd name="connsiteX396" fmla="*/ 664 w 10000"/>
                  <a:gd name="connsiteY396" fmla="*/ 3146 h 10000"/>
                  <a:gd name="connsiteX397" fmla="*/ 621 w 10000"/>
                  <a:gd name="connsiteY397" fmla="*/ 3114 h 10000"/>
                  <a:gd name="connsiteX398" fmla="*/ 584 w 10000"/>
                  <a:gd name="connsiteY398" fmla="*/ 3096 h 10000"/>
                  <a:gd name="connsiteX399" fmla="*/ 477 w 10000"/>
                  <a:gd name="connsiteY399" fmla="*/ 3032 h 10000"/>
                  <a:gd name="connsiteX400" fmla="*/ 386 w 10000"/>
                  <a:gd name="connsiteY400" fmla="*/ 2959 h 10000"/>
                  <a:gd name="connsiteX401" fmla="*/ 311 w 10000"/>
                  <a:gd name="connsiteY401" fmla="*/ 2869 h 10000"/>
                  <a:gd name="connsiteX402" fmla="*/ 257 w 10000"/>
                  <a:gd name="connsiteY402" fmla="*/ 2774 h 10000"/>
                  <a:gd name="connsiteX403" fmla="*/ 214 w 10000"/>
                  <a:gd name="connsiteY403" fmla="*/ 2668 h 10000"/>
                  <a:gd name="connsiteX404" fmla="*/ 198 w 10000"/>
                  <a:gd name="connsiteY404" fmla="*/ 2557 h 10000"/>
                  <a:gd name="connsiteX405" fmla="*/ 198 w 10000"/>
                  <a:gd name="connsiteY405" fmla="*/ 2449 h 10000"/>
                  <a:gd name="connsiteX406" fmla="*/ 225 w 10000"/>
                  <a:gd name="connsiteY406" fmla="*/ 2341 h 10000"/>
                  <a:gd name="connsiteX407" fmla="*/ 241 w 10000"/>
                  <a:gd name="connsiteY407" fmla="*/ 2291 h 10000"/>
                  <a:gd name="connsiteX408" fmla="*/ 236 w 10000"/>
                  <a:gd name="connsiteY408" fmla="*/ 2243 h 10000"/>
                  <a:gd name="connsiteX409" fmla="*/ 236 w 10000"/>
                  <a:gd name="connsiteY409" fmla="*/ 2196 h 10000"/>
                  <a:gd name="connsiteX410" fmla="*/ 236 w 10000"/>
                  <a:gd name="connsiteY410" fmla="*/ 2151 h 10000"/>
                  <a:gd name="connsiteX411" fmla="*/ 246 w 10000"/>
                  <a:gd name="connsiteY411" fmla="*/ 2114 h 10000"/>
                  <a:gd name="connsiteX412" fmla="*/ 193 w 10000"/>
                  <a:gd name="connsiteY412" fmla="*/ 2032 h 10000"/>
                  <a:gd name="connsiteX413" fmla="*/ 129 w 10000"/>
                  <a:gd name="connsiteY413" fmla="*/ 1942 h 10000"/>
                  <a:gd name="connsiteX414" fmla="*/ 75 w 10000"/>
                  <a:gd name="connsiteY414" fmla="*/ 1850 h 10000"/>
                  <a:gd name="connsiteX415" fmla="*/ 27 w 10000"/>
                  <a:gd name="connsiteY415" fmla="*/ 1760 h 10000"/>
                  <a:gd name="connsiteX416" fmla="*/ 0 w 10000"/>
                  <a:gd name="connsiteY416" fmla="*/ 1671 h 10000"/>
                  <a:gd name="connsiteX417" fmla="*/ 107 w 10000"/>
                  <a:gd name="connsiteY417" fmla="*/ 1618 h 10000"/>
                  <a:gd name="connsiteX418" fmla="*/ 257 w 10000"/>
                  <a:gd name="connsiteY418" fmla="*/ 1576 h 10000"/>
                  <a:gd name="connsiteX419" fmla="*/ 412 w 10000"/>
                  <a:gd name="connsiteY419" fmla="*/ 1541 h 10000"/>
                  <a:gd name="connsiteX420" fmla="*/ 595 w 10000"/>
                  <a:gd name="connsiteY420" fmla="*/ 1518 h 10000"/>
                  <a:gd name="connsiteX421" fmla="*/ 777 w 10000"/>
                  <a:gd name="connsiteY421" fmla="*/ 1507 h 10000"/>
                  <a:gd name="connsiteX422" fmla="*/ 825 w 10000"/>
                  <a:gd name="connsiteY422" fmla="*/ 1523 h 10000"/>
                  <a:gd name="connsiteX423" fmla="*/ 878 w 10000"/>
                  <a:gd name="connsiteY423" fmla="*/ 1533 h 10000"/>
                  <a:gd name="connsiteX424" fmla="*/ 937 w 10000"/>
                  <a:gd name="connsiteY424" fmla="*/ 1541 h 10000"/>
                  <a:gd name="connsiteX425" fmla="*/ 991 w 10000"/>
                  <a:gd name="connsiteY425" fmla="*/ 1554 h 10000"/>
                  <a:gd name="connsiteX426" fmla="*/ 1039 w 10000"/>
                  <a:gd name="connsiteY426" fmla="*/ 1576 h 10000"/>
                  <a:gd name="connsiteX427" fmla="*/ 1093 w 10000"/>
                  <a:gd name="connsiteY427" fmla="*/ 1615 h 10000"/>
                  <a:gd name="connsiteX428" fmla="*/ 1130 w 10000"/>
                  <a:gd name="connsiteY428" fmla="*/ 1660 h 10000"/>
                  <a:gd name="connsiteX429" fmla="*/ 1087 w 10000"/>
                  <a:gd name="connsiteY429" fmla="*/ 1694 h 10000"/>
                  <a:gd name="connsiteX430" fmla="*/ 1071 w 10000"/>
                  <a:gd name="connsiteY430" fmla="*/ 1729 h 10000"/>
                  <a:gd name="connsiteX431" fmla="*/ 1087 w 10000"/>
                  <a:gd name="connsiteY431" fmla="*/ 1763 h 10000"/>
                  <a:gd name="connsiteX432" fmla="*/ 1103 w 10000"/>
                  <a:gd name="connsiteY432" fmla="*/ 1797 h 10000"/>
                  <a:gd name="connsiteX433" fmla="*/ 1114 w 10000"/>
                  <a:gd name="connsiteY433" fmla="*/ 1834 h 10000"/>
                  <a:gd name="connsiteX434" fmla="*/ 1109 w 10000"/>
                  <a:gd name="connsiteY434" fmla="*/ 1871 h 10000"/>
                  <a:gd name="connsiteX435" fmla="*/ 1071 w 10000"/>
                  <a:gd name="connsiteY435" fmla="*/ 1913 h 10000"/>
                  <a:gd name="connsiteX436" fmla="*/ 900 w 10000"/>
                  <a:gd name="connsiteY436" fmla="*/ 1948 h 10000"/>
                  <a:gd name="connsiteX437" fmla="*/ 900 w 10000"/>
                  <a:gd name="connsiteY437" fmla="*/ 1985 h 10000"/>
                  <a:gd name="connsiteX438" fmla="*/ 905 w 10000"/>
                  <a:gd name="connsiteY438" fmla="*/ 2022 h 10000"/>
                  <a:gd name="connsiteX439" fmla="*/ 916 w 10000"/>
                  <a:gd name="connsiteY439" fmla="*/ 2064 h 10000"/>
                  <a:gd name="connsiteX440" fmla="*/ 916 w 10000"/>
                  <a:gd name="connsiteY440" fmla="*/ 2103 h 10000"/>
                  <a:gd name="connsiteX441" fmla="*/ 905 w 10000"/>
                  <a:gd name="connsiteY441" fmla="*/ 2143 h 10000"/>
                  <a:gd name="connsiteX442" fmla="*/ 889 w 10000"/>
                  <a:gd name="connsiteY442" fmla="*/ 2175 h 10000"/>
                  <a:gd name="connsiteX443" fmla="*/ 846 w 10000"/>
                  <a:gd name="connsiteY443" fmla="*/ 2201 h 10000"/>
                  <a:gd name="connsiteX444" fmla="*/ 889 w 10000"/>
                  <a:gd name="connsiteY444" fmla="*/ 2241 h 10000"/>
                  <a:gd name="connsiteX445" fmla="*/ 937 w 10000"/>
                  <a:gd name="connsiteY445" fmla="*/ 2278 h 10000"/>
                  <a:gd name="connsiteX446" fmla="*/ 991 w 10000"/>
                  <a:gd name="connsiteY446" fmla="*/ 2312 h 10000"/>
                  <a:gd name="connsiteX447" fmla="*/ 1044 w 10000"/>
                  <a:gd name="connsiteY447" fmla="*/ 2336 h 10000"/>
                  <a:gd name="connsiteX448" fmla="*/ 1093 w 10000"/>
                  <a:gd name="connsiteY448" fmla="*/ 2346 h 10000"/>
                  <a:gd name="connsiteX449" fmla="*/ 1130 w 10000"/>
                  <a:gd name="connsiteY449" fmla="*/ 2320 h 10000"/>
                  <a:gd name="connsiteX450" fmla="*/ 1157 w 10000"/>
                  <a:gd name="connsiteY450" fmla="*/ 2275 h 10000"/>
                  <a:gd name="connsiteX451" fmla="*/ 1194 w 10000"/>
                  <a:gd name="connsiteY451" fmla="*/ 2220 h 10000"/>
                  <a:gd name="connsiteX452" fmla="*/ 1227 w 10000"/>
                  <a:gd name="connsiteY452" fmla="*/ 2156 h 10000"/>
                  <a:gd name="connsiteX453" fmla="*/ 1248 w 10000"/>
                  <a:gd name="connsiteY453" fmla="*/ 2088 h 10000"/>
                  <a:gd name="connsiteX454" fmla="*/ 1275 w 10000"/>
                  <a:gd name="connsiteY454" fmla="*/ 2022 h 10000"/>
                  <a:gd name="connsiteX455" fmla="*/ 1291 w 10000"/>
                  <a:gd name="connsiteY455" fmla="*/ 1961 h 10000"/>
                  <a:gd name="connsiteX456" fmla="*/ 1296 w 10000"/>
                  <a:gd name="connsiteY456" fmla="*/ 1913 h 10000"/>
                  <a:gd name="connsiteX457" fmla="*/ 1291 w 10000"/>
                  <a:gd name="connsiteY457" fmla="*/ 1879 h 10000"/>
                  <a:gd name="connsiteX458" fmla="*/ 1318 w 10000"/>
                  <a:gd name="connsiteY458" fmla="*/ 1876 h 10000"/>
                  <a:gd name="connsiteX459" fmla="*/ 1328 w 10000"/>
                  <a:gd name="connsiteY459" fmla="*/ 1871 h 10000"/>
                  <a:gd name="connsiteX460" fmla="*/ 1344 w 10000"/>
                  <a:gd name="connsiteY460" fmla="*/ 1866 h 10000"/>
                  <a:gd name="connsiteX461" fmla="*/ 1350 w 10000"/>
                  <a:gd name="connsiteY461" fmla="*/ 1861 h 10000"/>
                  <a:gd name="connsiteX462" fmla="*/ 1360 w 10000"/>
                  <a:gd name="connsiteY462" fmla="*/ 1855 h 10000"/>
                  <a:gd name="connsiteX463" fmla="*/ 1366 w 10000"/>
                  <a:gd name="connsiteY463" fmla="*/ 1847 h 10000"/>
                  <a:gd name="connsiteX464" fmla="*/ 1377 w 10000"/>
                  <a:gd name="connsiteY464" fmla="*/ 1834 h 10000"/>
                  <a:gd name="connsiteX465" fmla="*/ 1366 w 10000"/>
                  <a:gd name="connsiteY465" fmla="*/ 1800 h 10000"/>
                  <a:gd name="connsiteX466" fmla="*/ 1377 w 10000"/>
                  <a:gd name="connsiteY466" fmla="*/ 1752 h 10000"/>
                  <a:gd name="connsiteX467" fmla="*/ 1398 w 10000"/>
                  <a:gd name="connsiteY467" fmla="*/ 1702 h 10000"/>
                  <a:gd name="connsiteX468" fmla="*/ 1430 w 10000"/>
                  <a:gd name="connsiteY468" fmla="*/ 1652 h 10000"/>
                  <a:gd name="connsiteX469" fmla="*/ 1462 w 10000"/>
                  <a:gd name="connsiteY469" fmla="*/ 1613 h 10000"/>
                  <a:gd name="connsiteX470" fmla="*/ 1505 w 10000"/>
                  <a:gd name="connsiteY470" fmla="*/ 1581 h 10000"/>
                  <a:gd name="connsiteX471" fmla="*/ 1575 w 10000"/>
                  <a:gd name="connsiteY471" fmla="*/ 1554 h 10000"/>
                  <a:gd name="connsiteX472" fmla="*/ 1666 w 10000"/>
                  <a:gd name="connsiteY472" fmla="*/ 1536 h 10000"/>
                  <a:gd name="connsiteX473" fmla="*/ 1762 w 10000"/>
                  <a:gd name="connsiteY473" fmla="*/ 1528 h 10000"/>
                  <a:gd name="connsiteX474" fmla="*/ 1864 w 10000"/>
                  <a:gd name="connsiteY474" fmla="*/ 1518 h 10000"/>
                  <a:gd name="connsiteX475" fmla="*/ 1971 w 10000"/>
                  <a:gd name="connsiteY475" fmla="*/ 1507 h 10000"/>
                  <a:gd name="connsiteX476" fmla="*/ 2067 w 10000"/>
                  <a:gd name="connsiteY476" fmla="*/ 1486 h 10000"/>
                  <a:gd name="connsiteX477" fmla="*/ 2266 w 10000"/>
                  <a:gd name="connsiteY477" fmla="*/ 1438 h 10000"/>
                  <a:gd name="connsiteX478" fmla="*/ 2480 w 10000"/>
                  <a:gd name="connsiteY478" fmla="*/ 1386 h 10000"/>
                  <a:gd name="connsiteX479" fmla="*/ 2700 w 10000"/>
                  <a:gd name="connsiteY479" fmla="*/ 1333 h 10000"/>
                  <a:gd name="connsiteX480" fmla="*/ 2892 w 10000"/>
                  <a:gd name="connsiteY480" fmla="*/ 1277 h 10000"/>
                  <a:gd name="connsiteX481" fmla="*/ 2855 w 10000"/>
                  <a:gd name="connsiteY481" fmla="*/ 1262 h 10000"/>
                  <a:gd name="connsiteX482" fmla="*/ 2935 w 10000"/>
                  <a:gd name="connsiteY482" fmla="*/ 1246 h 10000"/>
                  <a:gd name="connsiteX483" fmla="*/ 2994 w 10000"/>
                  <a:gd name="connsiteY483" fmla="*/ 1222 h 10000"/>
                  <a:gd name="connsiteX484" fmla="*/ 3053 w 10000"/>
                  <a:gd name="connsiteY484" fmla="*/ 1193 h 10000"/>
                  <a:gd name="connsiteX485" fmla="*/ 3101 w 10000"/>
                  <a:gd name="connsiteY485" fmla="*/ 1161 h 10000"/>
                  <a:gd name="connsiteX486" fmla="*/ 3155 w 10000"/>
                  <a:gd name="connsiteY486" fmla="*/ 1130 h 10000"/>
                  <a:gd name="connsiteX487" fmla="*/ 3208 w 10000"/>
                  <a:gd name="connsiteY487" fmla="*/ 1106 h 10000"/>
                  <a:gd name="connsiteX488" fmla="*/ 3240 w 10000"/>
                  <a:gd name="connsiteY488" fmla="*/ 1164 h 10000"/>
                  <a:gd name="connsiteX489" fmla="*/ 3294 w 10000"/>
                  <a:gd name="connsiteY489" fmla="*/ 1219 h 10000"/>
                  <a:gd name="connsiteX490" fmla="*/ 3364 w 10000"/>
                  <a:gd name="connsiteY490" fmla="*/ 1269 h 10000"/>
                  <a:gd name="connsiteX491" fmla="*/ 3433 w 10000"/>
                  <a:gd name="connsiteY491" fmla="*/ 1320 h 10000"/>
                  <a:gd name="connsiteX492" fmla="*/ 3492 w 10000"/>
                  <a:gd name="connsiteY492" fmla="*/ 1367 h 10000"/>
                  <a:gd name="connsiteX493" fmla="*/ 3610 w 10000"/>
                  <a:gd name="connsiteY493" fmla="*/ 1478 h 10000"/>
                  <a:gd name="connsiteX494" fmla="*/ 3717 w 10000"/>
                  <a:gd name="connsiteY494" fmla="*/ 1599 h 10000"/>
                  <a:gd name="connsiteX495" fmla="*/ 3814 w 10000"/>
                  <a:gd name="connsiteY495" fmla="*/ 1721 h 10000"/>
                  <a:gd name="connsiteX496" fmla="*/ 3937 w 10000"/>
                  <a:gd name="connsiteY496" fmla="*/ 1919 h 10000"/>
                  <a:gd name="connsiteX497" fmla="*/ 4049 w 10000"/>
                  <a:gd name="connsiteY497" fmla="*/ 2125 h 10000"/>
                  <a:gd name="connsiteX498" fmla="*/ 4140 w 10000"/>
                  <a:gd name="connsiteY498" fmla="*/ 2330 h 10000"/>
                  <a:gd name="connsiteX499" fmla="*/ 4221 w 10000"/>
                  <a:gd name="connsiteY499" fmla="*/ 2542 h 10000"/>
                  <a:gd name="connsiteX500" fmla="*/ 4312 w 10000"/>
                  <a:gd name="connsiteY500" fmla="*/ 2761 h 10000"/>
                  <a:gd name="connsiteX501" fmla="*/ 4408 w 10000"/>
                  <a:gd name="connsiteY501" fmla="*/ 2982 h 10000"/>
                  <a:gd name="connsiteX502" fmla="*/ 4472 w 10000"/>
                  <a:gd name="connsiteY502" fmla="*/ 3114 h 10000"/>
                  <a:gd name="connsiteX503" fmla="*/ 4537 w 10000"/>
                  <a:gd name="connsiteY503" fmla="*/ 3249 h 10000"/>
                  <a:gd name="connsiteX504" fmla="*/ 4585 w 10000"/>
                  <a:gd name="connsiteY504" fmla="*/ 3386 h 10000"/>
                  <a:gd name="connsiteX505" fmla="*/ 4628 w 10000"/>
                  <a:gd name="connsiteY505" fmla="*/ 3526 h 10000"/>
                  <a:gd name="connsiteX506" fmla="*/ 4660 w 10000"/>
                  <a:gd name="connsiteY506" fmla="*/ 3676 h 10000"/>
                  <a:gd name="connsiteX507" fmla="*/ 4676 w 10000"/>
                  <a:gd name="connsiteY507" fmla="*/ 3832 h 10000"/>
                  <a:gd name="connsiteX508" fmla="*/ 5083 w 10000"/>
                  <a:gd name="connsiteY508" fmla="*/ 3861 h 10000"/>
                  <a:gd name="connsiteX509" fmla="*/ 5153 w 10000"/>
                  <a:gd name="connsiteY509" fmla="*/ 3851 h 10000"/>
                  <a:gd name="connsiteX510" fmla="*/ 5233 w 10000"/>
                  <a:gd name="connsiteY510" fmla="*/ 3837 h 10000"/>
                  <a:gd name="connsiteX511" fmla="*/ 5319 w 10000"/>
                  <a:gd name="connsiteY511" fmla="*/ 3830 h 10000"/>
                  <a:gd name="connsiteX512" fmla="*/ 5404 w 10000"/>
                  <a:gd name="connsiteY512" fmla="*/ 3827 h 10000"/>
                  <a:gd name="connsiteX513" fmla="*/ 5479 w 10000"/>
                  <a:gd name="connsiteY513" fmla="*/ 3837 h 10000"/>
                  <a:gd name="connsiteX514" fmla="*/ 5554 w 10000"/>
                  <a:gd name="connsiteY514" fmla="*/ 3861 h 10000"/>
                  <a:gd name="connsiteX515" fmla="*/ 5624 w 10000"/>
                  <a:gd name="connsiteY515" fmla="*/ 3840 h 10000"/>
                  <a:gd name="connsiteX516" fmla="*/ 5710 w 10000"/>
                  <a:gd name="connsiteY516" fmla="*/ 3830 h 10000"/>
                  <a:gd name="connsiteX517" fmla="*/ 5790 w 10000"/>
                  <a:gd name="connsiteY517" fmla="*/ 3827 h 10000"/>
                  <a:gd name="connsiteX518" fmla="*/ 5881 w 10000"/>
                  <a:gd name="connsiteY518" fmla="*/ 3819 h 10000"/>
                  <a:gd name="connsiteX519" fmla="*/ 5961 w 10000"/>
                  <a:gd name="connsiteY519" fmla="*/ 3806 h 10000"/>
                  <a:gd name="connsiteX520" fmla="*/ 6149 w 10000"/>
                  <a:gd name="connsiteY520" fmla="*/ 3758 h 10000"/>
                  <a:gd name="connsiteX521" fmla="*/ 6347 w 10000"/>
                  <a:gd name="connsiteY521" fmla="*/ 3703 h 10000"/>
                  <a:gd name="connsiteX522" fmla="*/ 6545 w 10000"/>
                  <a:gd name="connsiteY522" fmla="*/ 3653 h 10000"/>
                  <a:gd name="connsiteX523" fmla="*/ 6535 w 10000"/>
                  <a:gd name="connsiteY523" fmla="*/ 3560 h 10000"/>
                  <a:gd name="connsiteX524" fmla="*/ 6497 w 10000"/>
                  <a:gd name="connsiteY524" fmla="*/ 3471 h 10000"/>
                  <a:gd name="connsiteX525" fmla="*/ 6438 w 10000"/>
                  <a:gd name="connsiteY525" fmla="*/ 3378 h 10000"/>
                  <a:gd name="connsiteX526" fmla="*/ 6358 w 10000"/>
                  <a:gd name="connsiteY526" fmla="*/ 3288 h 10000"/>
                  <a:gd name="connsiteX527" fmla="*/ 6277 w 10000"/>
                  <a:gd name="connsiteY527" fmla="*/ 3204 h 10000"/>
                  <a:gd name="connsiteX528" fmla="*/ 6192 w 10000"/>
                  <a:gd name="connsiteY528" fmla="*/ 3120 h 10000"/>
                  <a:gd name="connsiteX529" fmla="*/ 6122 w 10000"/>
                  <a:gd name="connsiteY529" fmla="*/ 3043 h 10000"/>
                  <a:gd name="connsiteX530" fmla="*/ 5908 w 10000"/>
                  <a:gd name="connsiteY530" fmla="*/ 2784 h 10000"/>
                  <a:gd name="connsiteX531" fmla="*/ 5710 w 10000"/>
                  <a:gd name="connsiteY531" fmla="*/ 2531 h 10000"/>
                  <a:gd name="connsiteX532" fmla="*/ 5522 w 10000"/>
                  <a:gd name="connsiteY532" fmla="*/ 2267 h 10000"/>
                  <a:gd name="connsiteX533" fmla="*/ 5201 w 10000"/>
                  <a:gd name="connsiteY533" fmla="*/ 1705 h 10000"/>
                  <a:gd name="connsiteX534" fmla="*/ 5104 w 10000"/>
                  <a:gd name="connsiteY534" fmla="*/ 1602 h 10000"/>
                  <a:gd name="connsiteX535" fmla="*/ 4992 w 10000"/>
                  <a:gd name="connsiteY535" fmla="*/ 1496 h 10000"/>
                  <a:gd name="connsiteX536" fmla="*/ 4879 w 10000"/>
                  <a:gd name="connsiteY536" fmla="*/ 1394 h 10000"/>
                  <a:gd name="connsiteX537" fmla="*/ 4778 w 10000"/>
                  <a:gd name="connsiteY537" fmla="*/ 1298 h 10000"/>
                  <a:gd name="connsiteX538" fmla="*/ 4692 w 10000"/>
                  <a:gd name="connsiteY538" fmla="*/ 1148 h 10000"/>
                  <a:gd name="connsiteX539" fmla="*/ 4746 w 10000"/>
                  <a:gd name="connsiteY539" fmla="*/ 1130 h 10000"/>
                  <a:gd name="connsiteX540" fmla="*/ 4783 w 10000"/>
                  <a:gd name="connsiteY540" fmla="*/ 1153 h 10000"/>
                  <a:gd name="connsiteX541" fmla="*/ 4847 w 10000"/>
                  <a:gd name="connsiteY541" fmla="*/ 1174 h 10000"/>
                  <a:gd name="connsiteX542" fmla="*/ 4901 w 10000"/>
                  <a:gd name="connsiteY542" fmla="*/ 1193 h 10000"/>
                  <a:gd name="connsiteX543" fmla="*/ 4960 w 10000"/>
                  <a:gd name="connsiteY543" fmla="*/ 1209 h 10000"/>
                  <a:gd name="connsiteX544" fmla="*/ 4938 w 10000"/>
                  <a:gd name="connsiteY544" fmla="*/ 1235 h 10000"/>
                  <a:gd name="connsiteX545" fmla="*/ 5099 w 10000"/>
                  <a:gd name="connsiteY545" fmla="*/ 1288 h 10000"/>
                  <a:gd name="connsiteX546" fmla="*/ 5206 w 10000"/>
                  <a:gd name="connsiteY546" fmla="*/ 1288 h 10000"/>
                  <a:gd name="connsiteX547" fmla="*/ 5345 w 10000"/>
                  <a:gd name="connsiteY547" fmla="*/ 1285 h 10000"/>
                  <a:gd name="connsiteX548" fmla="*/ 5506 w 10000"/>
                  <a:gd name="connsiteY548" fmla="*/ 1280 h 10000"/>
                  <a:gd name="connsiteX549" fmla="*/ 5672 w 10000"/>
                  <a:gd name="connsiteY549" fmla="*/ 1280 h 10000"/>
                  <a:gd name="connsiteX550" fmla="*/ 5838 w 10000"/>
                  <a:gd name="connsiteY550" fmla="*/ 1280 h 10000"/>
                  <a:gd name="connsiteX551" fmla="*/ 5994 w 10000"/>
                  <a:gd name="connsiteY551" fmla="*/ 1280 h 10000"/>
                  <a:gd name="connsiteX552" fmla="*/ 6133 w 10000"/>
                  <a:gd name="connsiteY552" fmla="*/ 1288 h 10000"/>
                  <a:gd name="connsiteX553" fmla="*/ 6240 w 10000"/>
                  <a:gd name="connsiteY553" fmla="*/ 1293 h 10000"/>
                  <a:gd name="connsiteX554" fmla="*/ 6315 w 10000"/>
                  <a:gd name="connsiteY554" fmla="*/ 1304 h 10000"/>
                  <a:gd name="connsiteX555" fmla="*/ 6395 w 10000"/>
                  <a:gd name="connsiteY555" fmla="*/ 1328 h 10000"/>
                  <a:gd name="connsiteX556" fmla="*/ 6443 w 10000"/>
                  <a:gd name="connsiteY556" fmla="*/ 1357 h 10000"/>
                  <a:gd name="connsiteX557" fmla="*/ 6470 w 10000"/>
                  <a:gd name="connsiteY557" fmla="*/ 1380 h 10000"/>
                  <a:gd name="connsiteX558" fmla="*/ 6492 w 10000"/>
                  <a:gd name="connsiteY558" fmla="*/ 1409 h 10000"/>
                  <a:gd name="connsiteX559" fmla="*/ 6518 w 10000"/>
                  <a:gd name="connsiteY559" fmla="*/ 1441 h 10000"/>
                  <a:gd name="connsiteX560" fmla="*/ 6561 w 10000"/>
                  <a:gd name="connsiteY560" fmla="*/ 1478 h 10000"/>
                  <a:gd name="connsiteX561" fmla="*/ 6593 w 10000"/>
                  <a:gd name="connsiteY561" fmla="*/ 1494 h 10000"/>
                  <a:gd name="connsiteX562" fmla="*/ 6636 w 10000"/>
                  <a:gd name="connsiteY562" fmla="*/ 1499 h 10000"/>
                  <a:gd name="connsiteX563" fmla="*/ 6685 w 10000"/>
                  <a:gd name="connsiteY563" fmla="*/ 1502 h 10000"/>
                  <a:gd name="connsiteX564" fmla="*/ 6738 w 10000"/>
                  <a:gd name="connsiteY564" fmla="*/ 1507 h 10000"/>
                  <a:gd name="connsiteX565" fmla="*/ 6792 w 10000"/>
                  <a:gd name="connsiteY565" fmla="*/ 1512 h 10000"/>
                  <a:gd name="connsiteX566" fmla="*/ 6845 w 10000"/>
                  <a:gd name="connsiteY566" fmla="*/ 1565 h 10000"/>
                  <a:gd name="connsiteX567" fmla="*/ 6877 w 10000"/>
                  <a:gd name="connsiteY567" fmla="*/ 1570 h 10000"/>
                  <a:gd name="connsiteX568" fmla="*/ 6947 w 10000"/>
                  <a:gd name="connsiteY568" fmla="*/ 1570 h 10000"/>
                  <a:gd name="connsiteX569" fmla="*/ 7038 w 10000"/>
                  <a:gd name="connsiteY569" fmla="*/ 1576 h 10000"/>
                  <a:gd name="connsiteX570" fmla="*/ 7134 w 10000"/>
                  <a:gd name="connsiteY570" fmla="*/ 1576 h 10000"/>
                  <a:gd name="connsiteX571" fmla="*/ 7225 w 10000"/>
                  <a:gd name="connsiteY571" fmla="*/ 1578 h 10000"/>
                  <a:gd name="connsiteX572" fmla="*/ 7300 w 10000"/>
                  <a:gd name="connsiteY572" fmla="*/ 1581 h 10000"/>
                  <a:gd name="connsiteX573" fmla="*/ 7392 w 10000"/>
                  <a:gd name="connsiteY573" fmla="*/ 1594 h 10000"/>
                  <a:gd name="connsiteX574" fmla="*/ 7504 w 10000"/>
                  <a:gd name="connsiteY574" fmla="*/ 1610 h 10000"/>
                  <a:gd name="connsiteX575" fmla="*/ 7616 w 10000"/>
                  <a:gd name="connsiteY575" fmla="*/ 1623 h 10000"/>
                  <a:gd name="connsiteX576" fmla="*/ 7724 w 10000"/>
                  <a:gd name="connsiteY576" fmla="*/ 1636 h 10000"/>
                  <a:gd name="connsiteX577" fmla="*/ 7815 w 10000"/>
                  <a:gd name="connsiteY577" fmla="*/ 1644 h 10000"/>
                  <a:gd name="connsiteX578" fmla="*/ 7922 w 10000"/>
                  <a:gd name="connsiteY578" fmla="*/ 1647 h 10000"/>
                  <a:gd name="connsiteX579" fmla="*/ 8040 w 10000"/>
                  <a:gd name="connsiteY579" fmla="*/ 1647 h 10000"/>
                  <a:gd name="connsiteX580" fmla="*/ 8163 w 10000"/>
                  <a:gd name="connsiteY580" fmla="*/ 1644 h 10000"/>
                  <a:gd name="connsiteX581" fmla="*/ 8275 w 10000"/>
                  <a:gd name="connsiteY581" fmla="*/ 1644 h 10000"/>
                  <a:gd name="connsiteX582" fmla="*/ 8377 w 10000"/>
                  <a:gd name="connsiteY582" fmla="*/ 1652 h 10000"/>
                  <a:gd name="connsiteX583" fmla="*/ 8404 w 10000"/>
                  <a:gd name="connsiteY583" fmla="*/ 1623 h 10000"/>
                  <a:gd name="connsiteX584" fmla="*/ 8447 w 10000"/>
                  <a:gd name="connsiteY584" fmla="*/ 1602 h 10000"/>
                  <a:gd name="connsiteX585" fmla="*/ 8490 w 10000"/>
                  <a:gd name="connsiteY585" fmla="*/ 1578 h 10000"/>
                  <a:gd name="connsiteX586" fmla="*/ 8516 w 10000"/>
                  <a:gd name="connsiteY586" fmla="*/ 1557 h 10000"/>
                  <a:gd name="connsiteX587" fmla="*/ 8543 w 10000"/>
                  <a:gd name="connsiteY587" fmla="*/ 1528 h 10000"/>
                  <a:gd name="connsiteX588" fmla="*/ 8548 w 10000"/>
                  <a:gd name="connsiteY588" fmla="*/ 1499 h 10000"/>
                  <a:gd name="connsiteX589" fmla="*/ 8543 w 10000"/>
                  <a:gd name="connsiteY589" fmla="*/ 1478 h 10000"/>
                  <a:gd name="connsiteX590" fmla="*/ 8543 w 10000"/>
                  <a:gd name="connsiteY590" fmla="*/ 1454 h 10000"/>
                  <a:gd name="connsiteX591" fmla="*/ 8548 w 10000"/>
                  <a:gd name="connsiteY591" fmla="*/ 1425 h 10000"/>
                  <a:gd name="connsiteX592" fmla="*/ 8570 w 10000"/>
                  <a:gd name="connsiteY592" fmla="*/ 1383 h 10000"/>
                  <a:gd name="connsiteX593" fmla="*/ 8629 w 10000"/>
                  <a:gd name="connsiteY593" fmla="*/ 1320 h 10000"/>
                  <a:gd name="connsiteX594" fmla="*/ 8698 w 10000"/>
                  <a:gd name="connsiteY594" fmla="*/ 1256 h 10000"/>
                  <a:gd name="connsiteX595" fmla="*/ 8747 w 10000"/>
                  <a:gd name="connsiteY595" fmla="*/ 1193 h 10000"/>
                  <a:gd name="connsiteX596" fmla="*/ 8768 w 10000"/>
                  <a:gd name="connsiteY596" fmla="*/ 1148 h 10000"/>
                  <a:gd name="connsiteX597" fmla="*/ 8790 w 10000"/>
                  <a:gd name="connsiteY597" fmla="*/ 1093 h 10000"/>
                  <a:gd name="connsiteX598" fmla="*/ 8800 w 10000"/>
                  <a:gd name="connsiteY598" fmla="*/ 1037 h 10000"/>
                  <a:gd name="connsiteX599" fmla="*/ 8822 w 10000"/>
                  <a:gd name="connsiteY599" fmla="*/ 984 h 10000"/>
                  <a:gd name="connsiteX600" fmla="*/ 8843 w 10000"/>
                  <a:gd name="connsiteY600" fmla="*/ 937 h 10000"/>
                  <a:gd name="connsiteX601" fmla="*/ 8870 w 10000"/>
                  <a:gd name="connsiteY601" fmla="*/ 897 h 10000"/>
                  <a:gd name="connsiteX602" fmla="*/ 8913 w 10000"/>
                  <a:gd name="connsiteY602" fmla="*/ 868 h 10000"/>
                  <a:gd name="connsiteX603" fmla="*/ 8961 w 10000"/>
                  <a:gd name="connsiteY603" fmla="*/ 837 h 10000"/>
                  <a:gd name="connsiteX604" fmla="*/ 8993 w 10000"/>
                  <a:gd name="connsiteY604" fmla="*/ 802 h 10000"/>
                  <a:gd name="connsiteX605" fmla="*/ 9014 w 10000"/>
                  <a:gd name="connsiteY605" fmla="*/ 757 h 10000"/>
                  <a:gd name="connsiteX606" fmla="*/ 9014 w 10000"/>
                  <a:gd name="connsiteY606" fmla="*/ 723 h 10000"/>
                  <a:gd name="connsiteX607" fmla="*/ 9014 w 10000"/>
                  <a:gd name="connsiteY607" fmla="*/ 694 h 10000"/>
                  <a:gd name="connsiteX608" fmla="*/ 9009 w 10000"/>
                  <a:gd name="connsiteY608" fmla="*/ 662 h 10000"/>
                  <a:gd name="connsiteX609" fmla="*/ 9004 w 10000"/>
                  <a:gd name="connsiteY609" fmla="*/ 631 h 10000"/>
                  <a:gd name="connsiteX610" fmla="*/ 9014 w 10000"/>
                  <a:gd name="connsiteY610" fmla="*/ 594 h 10000"/>
                  <a:gd name="connsiteX611" fmla="*/ 8886 w 10000"/>
                  <a:gd name="connsiteY611" fmla="*/ 538 h 10000"/>
                  <a:gd name="connsiteX612" fmla="*/ 8757 w 10000"/>
                  <a:gd name="connsiteY612" fmla="*/ 478 h 10000"/>
                  <a:gd name="connsiteX613" fmla="*/ 8650 w 10000"/>
                  <a:gd name="connsiteY613" fmla="*/ 412 h 10000"/>
                  <a:gd name="connsiteX614" fmla="*/ 8559 w 10000"/>
                  <a:gd name="connsiteY614" fmla="*/ 338 h 10000"/>
                  <a:gd name="connsiteX615" fmla="*/ 8484 w 10000"/>
                  <a:gd name="connsiteY615" fmla="*/ 253 h 10000"/>
                  <a:gd name="connsiteX616" fmla="*/ 8399 w 10000"/>
                  <a:gd name="connsiteY616" fmla="*/ 116 h 10000"/>
                  <a:gd name="connsiteX617" fmla="*/ 8468 w 10000"/>
                  <a:gd name="connsiteY617" fmla="*/ 92 h 10000"/>
                  <a:gd name="connsiteX618" fmla="*/ 8548 w 10000"/>
                  <a:gd name="connsiteY618" fmla="*/ 82 h 10000"/>
                  <a:gd name="connsiteX619" fmla="*/ 8640 w 10000"/>
                  <a:gd name="connsiteY619" fmla="*/ 61 h 10000"/>
                  <a:gd name="connsiteX620" fmla="*/ 8698 w 10000"/>
                  <a:gd name="connsiteY620" fmla="*/ 3 h 10000"/>
                  <a:gd name="connsiteX621" fmla="*/ 8779 w 10000"/>
                  <a:gd name="connsiteY621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</a:cxnLst>
                <a:rect l="l" t="t" r="r" b="b"/>
                <a:pathLst>
                  <a:path w="10000" h="10000">
                    <a:moveTo>
                      <a:pt x="8779" y="0"/>
                    </a:moveTo>
                    <a:lnTo>
                      <a:pt x="8875" y="0"/>
                    </a:lnTo>
                    <a:lnTo>
                      <a:pt x="8993" y="3"/>
                    </a:lnTo>
                    <a:lnTo>
                      <a:pt x="9111" y="11"/>
                    </a:lnTo>
                    <a:lnTo>
                      <a:pt x="9239" y="24"/>
                    </a:lnTo>
                    <a:lnTo>
                      <a:pt x="9347" y="37"/>
                    </a:lnTo>
                    <a:lnTo>
                      <a:pt x="9448" y="58"/>
                    </a:lnTo>
                    <a:lnTo>
                      <a:pt x="9513" y="79"/>
                    </a:lnTo>
                    <a:lnTo>
                      <a:pt x="9555" y="106"/>
                    </a:lnTo>
                    <a:cubicBezTo>
                      <a:pt x="9561" y="111"/>
                      <a:pt x="9566" y="116"/>
                      <a:pt x="9572" y="121"/>
                    </a:cubicBezTo>
                    <a:cubicBezTo>
                      <a:pt x="9574" y="133"/>
                      <a:pt x="9575" y="144"/>
                      <a:pt x="9577" y="156"/>
                    </a:cubicBezTo>
                    <a:cubicBezTo>
                      <a:pt x="9582" y="171"/>
                      <a:pt x="9588" y="186"/>
                      <a:pt x="9593" y="201"/>
                    </a:cubicBezTo>
                    <a:cubicBezTo>
                      <a:pt x="9597" y="217"/>
                      <a:pt x="9600" y="232"/>
                      <a:pt x="9604" y="248"/>
                    </a:cubicBezTo>
                    <a:cubicBezTo>
                      <a:pt x="9609" y="267"/>
                      <a:pt x="9615" y="285"/>
                      <a:pt x="9620" y="304"/>
                    </a:cubicBezTo>
                    <a:cubicBezTo>
                      <a:pt x="9622" y="320"/>
                      <a:pt x="9623" y="335"/>
                      <a:pt x="9625" y="351"/>
                    </a:cubicBezTo>
                    <a:cubicBezTo>
                      <a:pt x="9629" y="366"/>
                      <a:pt x="9632" y="381"/>
                      <a:pt x="9636" y="396"/>
                    </a:cubicBezTo>
                    <a:lnTo>
                      <a:pt x="9636" y="428"/>
                    </a:lnTo>
                    <a:cubicBezTo>
                      <a:pt x="9623" y="452"/>
                      <a:pt x="9611" y="475"/>
                      <a:pt x="9598" y="499"/>
                    </a:cubicBezTo>
                    <a:cubicBezTo>
                      <a:pt x="9603" y="510"/>
                      <a:pt x="9609" y="522"/>
                      <a:pt x="9614" y="533"/>
                    </a:cubicBezTo>
                    <a:cubicBezTo>
                      <a:pt x="9621" y="549"/>
                      <a:pt x="9629" y="565"/>
                      <a:pt x="9636" y="581"/>
                    </a:cubicBezTo>
                    <a:cubicBezTo>
                      <a:pt x="9645" y="597"/>
                      <a:pt x="9654" y="612"/>
                      <a:pt x="9663" y="628"/>
                    </a:cubicBezTo>
                    <a:lnTo>
                      <a:pt x="9684" y="670"/>
                    </a:lnTo>
                    <a:cubicBezTo>
                      <a:pt x="9688" y="686"/>
                      <a:pt x="9691" y="702"/>
                      <a:pt x="9695" y="718"/>
                    </a:cubicBezTo>
                    <a:lnTo>
                      <a:pt x="9695" y="768"/>
                    </a:lnTo>
                    <a:lnTo>
                      <a:pt x="9689" y="816"/>
                    </a:lnTo>
                    <a:cubicBezTo>
                      <a:pt x="9687" y="831"/>
                      <a:pt x="9686" y="845"/>
                      <a:pt x="9684" y="860"/>
                    </a:cubicBezTo>
                    <a:lnTo>
                      <a:pt x="9684" y="903"/>
                    </a:lnTo>
                    <a:cubicBezTo>
                      <a:pt x="9689" y="913"/>
                      <a:pt x="9695" y="922"/>
                      <a:pt x="9700" y="932"/>
                    </a:cubicBezTo>
                    <a:cubicBezTo>
                      <a:pt x="9713" y="940"/>
                      <a:pt x="9725" y="947"/>
                      <a:pt x="9738" y="955"/>
                    </a:cubicBezTo>
                    <a:lnTo>
                      <a:pt x="9786" y="979"/>
                    </a:lnTo>
                    <a:lnTo>
                      <a:pt x="9839" y="1000"/>
                    </a:lnTo>
                    <a:cubicBezTo>
                      <a:pt x="9855" y="1006"/>
                      <a:pt x="9872" y="1013"/>
                      <a:pt x="9888" y="1019"/>
                    </a:cubicBezTo>
                    <a:lnTo>
                      <a:pt x="9936" y="1037"/>
                    </a:lnTo>
                    <a:cubicBezTo>
                      <a:pt x="9950" y="1047"/>
                      <a:pt x="9965" y="1056"/>
                      <a:pt x="9979" y="1066"/>
                    </a:cubicBezTo>
                    <a:cubicBezTo>
                      <a:pt x="9986" y="1079"/>
                      <a:pt x="9993" y="1093"/>
                      <a:pt x="10000" y="1106"/>
                    </a:cubicBezTo>
                    <a:lnTo>
                      <a:pt x="9898" y="1198"/>
                    </a:lnTo>
                    <a:cubicBezTo>
                      <a:pt x="9871" y="1232"/>
                      <a:pt x="9845" y="1267"/>
                      <a:pt x="9818" y="1301"/>
                    </a:cubicBezTo>
                    <a:cubicBezTo>
                      <a:pt x="9797" y="1336"/>
                      <a:pt x="9775" y="1372"/>
                      <a:pt x="9754" y="1407"/>
                    </a:cubicBezTo>
                    <a:cubicBezTo>
                      <a:pt x="9732" y="1444"/>
                      <a:pt x="9711" y="1481"/>
                      <a:pt x="9689" y="1518"/>
                    </a:cubicBezTo>
                    <a:lnTo>
                      <a:pt x="9620" y="1626"/>
                    </a:lnTo>
                    <a:lnTo>
                      <a:pt x="9545" y="1731"/>
                    </a:lnTo>
                    <a:cubicBezTo>
                      <a:pt x="9532" y="1750"/>
                      <a:pt x="9520" y="1768"/>
                      <a:pt x="9507" y="1787"/>
                    </a:cubicBezTo>
                    <a:cubicBezTo>
                      <a:pt x="9496" y="1807"/>
                      <a:pt x="9486" y="1827"/>
                      <a:pt x="9475" y="1847"/>
                    </a:cubicBezTo>
                    <a:cubicBezTo>
                      <a:pt x="9468" y="1867"/>
                      <a:pt x="9461" y="1888"/>
                      <a:pt x="9454" y="1908"/>
                    </a:cubicBezTo>
                    <a:cubicBezTo>
                      <a:pt x="9441" y="1930"/>
                      <a:pt x="9429" y="1952"/>
                      <a:pt x="9416" y="1974"/>
                    </a:cubicBezTo>
                    <a:cubicBezTo>
                      <a:pt x="9404" y="1994"/>
                      <a:pt x="9391" y="2015"/>
                      <a:pt x="9379" y="2035"/>
                    </a:cubicBezTo>
                    <a:lnTo>
                      <a:pt x="9314" y="2088"/>
                    </a:lnTo>
                    <a:cubicBezTo>
                      <a:pt x="9289" y="2099"/>
                      <a:pt x="9264" y="2111"/>
                      <a:pt x="9239" y="2122"/>
                    </a:cubicBezTo>
                    <a:lnTo>
                      <a:pt x="9143" y="2146"/>
                    </a:lnTo>
                    <a:cubicBezTo>
                      <a:pt x="9107" y="2151"/>
                      <a:pt x="9072" y="2157"/>
                      <a:pt x="9036" y="2162"/>
                    </a:cubicBezTo>
                    <a:lnTo>
                      <a:pt x="8918" y="2175"/>
                    </a:lnTo>
                    <a:lnTo>
                      <a:pt x="8795" y="2185"/>
                    </a:lnTo>
                    <a:lnTo>
                      <a:pt x="8677" y="2201"/>
                    </a:lnTo>
                    <a:lnTo>
                      <a:pt x="8468" y="2220"/>
                    </a:lnTo>
                    <a:lnTo>
                      <a:pt x="8232" y="2241"/>
                    </a:lnTo>
                    <a:lnTo>
                      <a:pt x="7975" y="2251"/>
                    </a:lnTo>
                    <a:lnTo>
                      <a:pt x="7702" y="2262"/>
                    </a:lnTo>
                    <a:lnTo>
                      <a:pt x="7429" y="2264"/>
                    </a:lnTo>
                    <a:lnTo>
                      <a:pt x="7145" y="2267"/>
                    </a:lnTo>
                    <a:lnTo>
                      <a:pt x="6861" y="2267"/>
                    </a:lnTo>
                    <a:cubicBezTo>
                      <a:pt x="6863" y="2328"/>
                      <a:pt x="6865" y="2388"/>
                      <a:pt x="6867" y="2449"/>
                    </a:cubicBezTo>
                    <a:cubicBezTo>
                      <a:pt x="6876" y="2512"/>
                      <a:pt x="6884" y="2574"/>
                      <a:pt x="6893" y="2637"/>
                    </a:cubicBezTo>
                    <a:cubicBezTo>
                      <a:pt x="6907" y="2698"/>
                      <a:pt x="6922" y="2760"/>
                      <a:pt x="6936" y="2821"/>
                    </a:cubicBezTo>
                    <a:cubicBezTo>
                      <a:pt x="6954" y="2879"/>
                      <a:pt x="6972" y="2938"/>
                      <a:pt x="6990" y="2996"/>
                    </a:cubicBezTo>
                    <a:cubicBezTo>
                      <a:pt x="7013" y="3050"/>
                      <a:pt x="7036" y="3105"/>
                      <a:pt x="7059" y="3159"/>
                    </a:cubicBezTo>
                    <a:cubicBezTo>
                      <a:pt x="7082" y="3207"/>
                      <a:pt x="7106" y="3256"/>
                      <a:pt x="7129" y="3304"/>
                    </a:cubicBezTo>
                    <a:cubicBezTo>
                      <a:pt x="7145" y="3344"/>
                      <a:pt x="7161" y="3383"/>
                      <a:pt x="7177" y="3423"/>
                    </a:cubicBezTo>
                    <a:lnTo>
                      <a:pt x="7225" y="3537"/>
                    </a:lnTo>
                    <a:cubicBezTo>
                      <a:pt x="7238" y="3576"/>
                      <a:pt x="7250" y="3614"/>
                      <a:pt x="7263" y="3653"/>
                    </a:cubicBezTo>
                    <a:cubicBezTo>
                      <a:pt x="7279" y="3692"/>
                      <a:pt x="7295" y="3730"/>
                      <a:pt x="7311" y="3769"/>
                    </a:cubicBezTo>
                    <a:cubicBezTo>
                      <a:pt x="7331" y="3808"/>
                      <a:pt x="7350" y="3846"/>
                      <a:pt x="7370" y="3885"/>
                    </a:cubicBezTo>
                    <a:lnTo>
                      <a:pt x="7450" y="3980"/>
                    </a:lnTo>
                    <a:cubicBezTo>
                      <a:pt x="7477" y="4012"/>
                      <a:pt x="7504" y="4043"/>
                      <a:pt x="7531" y="4075"/>
                    </a:cubicBezTo>
                    <a:cubicBezTo>
                      <a:pt x="7561" y="4107"/>
                      <a:pt x="7592" y="4138"/>
                      <a:pt x="7622" y="4170"/>
                    </a:cubicBezTo>
                    <a:lnTo>
                      <a:pt x="7702" y="4262"/>
                    </a:lnTo>
                    <a:cubicBezTo>
                      <a:pt x="7723" y="4293"/>
                      <a:pt x="7745" y="4324"/>
                      <a:pt x="7766" y="4355"/>
                    </a:cubicBezTo>
                    <a:cubicBezTo>
                      <a:pt x="7775" y="4386"/>
                      <a:pt x="7784" y="4416"/>
                      <a:pt x="7793" y="4447"/>
                    </a:cubicBezTo>
                    <a:cubicBezTo>
                      <a:pt x="7777" y="4457"/>
                      <a:pt x="7761" y="4466"/>
                      <a:pt x="7745" y="4476"/>
                    </a:cubicBezTo>
                    <a:lnTo>
                      <a:pt x="7697" y="4503"/>
                    </a:lnTo>
                    <a:cubicBezTo>
                      <a:pt x="7681" y="4513"/>
                      <a:pt x="7665" y="4524"/>
                      <a:pt x="7649" y="4534"/>
                    </a:cubicBezTo>
                    <a:cubicBezTo>
                      <a:pt x="7635" y="4542"/>
                      <a:pt x="7620" y="4550"/>
                      <a:pt x="7606" y="4558"/>
                    </a:cubicBezTo>
                    <a:cubicBezTo>
                      <a:pt x="7593" y="4562"/>
                      <a:pt x="7581" y="4567"/>
                      <a:pt x="7568" y="4571"/>
                    </a:cubicBezTo>
                    <a:cubicBezTo>
                      <a:pt x="7541" y="4575"/>
                      <a:pt x="7515" y="4578"/>
                      <a:pt x="7488" y="4582"/>
                    </a:cubicBezTo>
                    <a:lnTo>
                      <a:pt x="7413" y="4603"/>
                    </a:lnTo>
                    <a:cubicBezTo>
                      <a:pt x="7383" y="4612"/>
                      <a:pt x="7352" y="4620"/>
                      <a:pt x="7322" y="4629"/>
                    </a:cubicBezTo>
                    <a:cubicBezTo>
                      <a:pt x="7295" y="4640"/>
                      <a:pt x="7269" y="4652"/>
                      <a:pt x="7242" y="4663"/>
                    </a:cubicBezTo>
                    <a:cubicBezTo>
                      <a:pt x="7219" y="4675"/>
                      <a:pt x="7195" y="4686"/>
                      <a:pt x="7172" y="4698"/>
                    </a:cubicBezTo>
                    <a:cubicBezTo>
                      <a:pt x="7151" y="4708"/>
                      <a:pt x="7129" y="4717"/>
                      <a:pt x="7108" y="4727"/>
                    </a:cubicBezTo>
                    <a:cubicBezTo>
                      <a:pt x="7090" y="4724"/>
                      <a:pt x="7072" y="4722"/>
                      <a:pt x="7054" y="4719"/>
                    </a:cubicBezTo>
                    <a:cubicBezTo>
                      <a:pt x="7042" y="4623"/>
                      <a:pt x="7029" y="4527"/>
                      <a:pt x="7017" y="4431"/>
                    </a:cubicBezTo>
                    <a:lnTo>
                      <a:pt x="6947" y="4431"/>
                    </a:lnTo>
                    <a:lnTo>
                      <a:pt x="6893" y="4434"/>
                    </a:lnTo>
                    <a:lnTo>
                      <a:pt x="6840" y="4434"/>
                    </a:lnTo>
                    <a:lnTo>
                      <a:pt x="6770" y="4437"/>
                    </a:lnTo>
                    <a:lnTo>
                      <a:pt x="6663" y="4442"/>
                    </a:lnTo>
                    <a:cubicBezTo>
                      <a:pt x="6659" y="4490"/>
                      <a:pt x="6656" y="4539"/>
                      <a:pt x="6652" y="4587"/>
                    </a:cubicBezTo>
                    <a:cubicBezTo>
                      <a:pt x="6649" y="4637"/>
                      <a:pt x="6645" y="4687"/>
                      <a:pt x="6642" y="4737"/>
                    </a:cubicBezTo>
                    <a:cubicBezTo>
                      <a:pt x="6640" y="4786"/>
                      <a:pt x="6638" y="4836"/>
                      <a:pt x="6636" y="4885"/>
                    </a:cubicBezTo>
                    <a:cubicBezTo>
                      <a:pt x="6629" y="4934"/>
                      <a:pt x="6622" y="4984"/>
                      <a:pt x="6615" y="5033"/>
                    </a:cubicBezTo>
                    <a:cubicBezTo>
                      <a:pt x="6601" y="5069"/>
                      <a:pt x="6586" y="5105"/>
                      <a:pt x="6572" y="5141"/>
                    </a:cubicBezTo>
                    <a:lnTo>
                      <a:pt x="6524" y="5252"/>
                    </a:lnTo>
                    <a:cubicBezTo>
                      <a:pt x="6508" y="5285"/>
                      <a:pt x="6492" y="5319"/>
                      <a:pt x="6476" y="5352"/>
                    </a:cubicBezTo>
                    <a:cubicBezTo>
                      <a:pt x="6467" y="5386"/>
                      <a:pt x="6458" y="5421"/>
                      <a:pt x="6449" y="5455"/>
                    </a:cubicBezTo>
                    <a:cubicBezTo>
                      <a:pt x="6451" y="5487"/>
                      <a:pt x="6452" y="5518"/>
                      <a:pt x="6454" y="5550"/>
                    </a:cubicBezTo>
                    <a:cubicBezTo>
                      <a:pt x="6450" y="5552"/>
                      <a:pt x="6447" y="5554"/>
                      <a:pt x="6443" y="5556"/>
                    </a:cubicBezTo>
                    <a:lnTo>
                      <a:pt x="6427" y="5556"/>
                    </a:lnTo>
                    <a:lnTo>
                      <a:pt x="6427" y="5556"/>
                    </a:lnTo>
                    <a:cubicBezTo>
                      <a:pt x="6425" y="5557"/>
                      <a:pt x="6424" y="5557"/>
                      <a:pt x="6422" y="5558"/>
                    </a:cubicBezTo>
                    <a:lnTo>
                      <a:pt x="6422" y="5566"/>
                    </a:lnTo>
                    <a:lnTo>
                      <a:pt x="6422" y="5571"/>
                    </a:lnTo>
                    <a:lnTo>
                      <a:pt x="6422" y="5582"/>
                    </a:lnTo>
                    <a:lnTo>
                      <a:pt x="6422" y="5595"/>
                    </a:lnTo>
                    <a:lnTo>
                      <a:pt x="6347" y="5682"/>
                    </a:lnTo>
                    <a:cubicBezTo>
                      <a:pt x="6327" y="5713"/>
                      <a:pt x="6308" y="5744"/>
                      <a:pt x="6288" y="5775"/>
                    </a:cubicBezTo>
                    <a:cubicBezTo>
                      <a:pt x="6279" y="5807"/>
                      <a:pt x="6270" y="5840"/>
                      <a:pt x="6261" y="5872"/>
                    </a:cubicBezTo>
                    <a:cubicBezTo>
                      <a:pt x="6258" y="5907"/>
                      <a:pt x="6254" y="5943"/>
                      <a:pt x="6251" y="5978"/>
                    </a:cubicBezTo>
                    <a:cubicBezTo>
                      <a:pt x="6246" y="6013"/>
                      <a:pt x="6240" y="6048"/>
                      <a:pt x="6235" y="6083"/>
                    </a:cubicBezTo>
                    <a:lnTo>
                      <a:pt x="6229" y="6194"/>
                    </a:lnTo>
                    <a:lnTo>
                      <a:pt x="6208" y="6302"/>
                    </a:lnTo>
                    <a:cubicBezTo>
                      <a:pt x="6195" y="6339"/>
                      <a:pt x="6183" y="6376"/>
                      <a:pt x="6170" y="6413"/>
                    </a:cubicBezTo>
                    <a:lnTo>
                      <a:pt x="5978" y="7213"/>
                    </a:lnTo>
                    <a:lnTo>
                      <a:pt x="5951" y="7300"/>
                    </a:lnTo>
                    <a:cubicBezTo>
                      <a:pt x="5946" y="7333"/>
                      <a:pt x="5940" y="7365"/>
                      <a:pt x="5935" y="7398"/>
                    </a:cubicBezTo>
                    <a:cubicBezTo>
                      <a:pt x="5933" y="7428"/>
                      <a:pt x="5931" y="7457"/>
                      <a:pt x="5929" y="7487"/>
                    </a:cubicBezTo>
                    <a:lnTo>
                      <a:pt x="5929" y="7585"/>
                    </a:lnTo>
                    <a:lnTo>
                      <a:pt x="5929" y="7672"/>
                    </a:lnTo>
                    <a:cubicBezTo>
                      <a:pt x="5924" y="7699"/>
                      <a:pt x="5918" y="7727"/>
                      <a:pt x="5913" y="7754"/>
                    </a:cubicBezTo>
                    <a:cubicBezTo>
                      <a:pt x="5908" y="7780"/>
                      <a:pt x="5902" y="7805"/>
                      <a:pt x="5897" y="7831"/>
                    </a:cubicBezTo>
                    <a:cubicBezTo>
                      <a:pt x="5886" y="7859"/>
                      <a:pt x="5876" y="7887"/>
                      <a:pt x="5865" y="7915"/>
                    </a:cubicBezTo>
                    <a:lnTo>
                      <a:pt x="5865" y="7997"/>
                    </a:lnTo>
                    <a:cubicBezTo>
                      <a:pt x="5872" y="8022"/>
                      <a:pt x="5879" y="8048"/>
                      <a:pt x="5886" y="8073"/>
                    </a:cubicBezTo>
                    <a:cubicBezTo>
                      <a:pt x="5899" y="8098"/>
                      <a:pt x="5911" y="8122"/>
                      <a:pt x="5924" y="8147"/>
                    </a:cubicBezTo>
                    <a:lnTo>
                      <a:pt x="5972" y="8216"/>
                    </a:lnTo>
                    <a:lnTo>
                      <a:pt x="6020" y="8282"/>
                    </a:lnTo>
                    <a:lnTo>
                      <a:pt x="6069" y="8343"/>
                    </a:lnTo>
                    <a:cubicBezTo>
                      <a:pt x="6092" y="8412"/>
                      <a:pt x="6115" y="8482"/>
                      <a:pt x="6138" y="8551"/>
                    </a:cubicBezTo>
                    <a:lnTo>
                      <a:pt x="6111" y="8572"/>
                    </a:lnTo>
                    <a:cubicBezTo>
                      <a:pt x="6097" y="8576"/>
                      <a:pt x="6083" y="8581"/>
                      <a:pt x="6069" y="8585"/>
                    </a:cubicBezTo>
                    <a:cubicBezTo>
                      <a:pt x="6056" y="8590"/>
                      <a:pt x="6044" y="8594"/>
                      <a:pt x="6031" y="8599"/>
                    </a:cubicBezTo>
                    <a:cubicBezTo>
                      <a:pt x="6020" y="8606"/>
                      <a:pt x="6010" y="8613"/>
                      <a:pt x="5999" y="8620"/>
                    </a:cubicBezTo>
                    <a:cubicBezTo>
                      <a:pt x="6022" y="8623"/>
                      <a:pt x="6046" y="8627"/>
                      <a:pt x="6069" y="8630"/>
                    </a:cubicBezTo>
                    <a:cubicBezTo>
                      <a:pt x="6085" y="8634"/>
                      <a:pt x="6101" y="8639"/>
                      <a:pt x="6117" y="8643"/>
                    </a:cubicBezTo>
                    <a:cubicBezTo>
                      <a:pt x="6131" y="8652"/>
                      <a:pt x="6146" y="8661"/>
                      <a:pt x="6160" y="8670"/>
                    </a:cubicBezTo>
                    <a:cubicBezTo>
                      <a:pt x="6153" y="8687"/>
                      <a:pt x="6145" y="8703"/>
                      <a:pt x="6138" y="8720"/>
                    </a:cubicBezTo>
                    <a:cubicBezTo>
                      <a:pt x="6140" y="8737"/>
                      <a:pt x="6142" y="8753"/>
                      <a:pt x="6144" y="8770"/>
                    </a:cubicBezTo>
                    <a:cubicBezTo>
                      <a:pt x="6156" y="8789"/>
                      <a:pt x="6169" y="8807"/>
                      <a:pt x="6181" y="8826"/>
                    </a:cubicBezTo>
                    <a:cubicBezTo>
                      <a:pt x="6199" y="8842"/>
                      <a:pt x="6217" y="8857"/>
                      <a:pt x="6235" y="8873"/>
                    </a:cubicBezTo>
                    <a:cubicBezTo>
                      <a:pt x="6253" y="8888"/>
                      <a:pt x="6270" y="8903"/>
                      <a:pt x="6288" y="8918"/>
                    </a:cubicBezTo>
                    <a:lnTo>
                      <a:pt x="6352" y="8952"/>
                    </a:lnTo>
                    <a:lnTo>
                      <a:pt x="6465" y="9005"/>
                    </a:lnTo>
                    <a:lnTo>
                      <a:pt x="6583" y="9063"/>
                    </a:lnTo>
                    <a:lnTo>
                      <a:pt x="6706" y="9116"/>
                    </a:lnTo>
                    <a:lnTo>
                      <a:pt x="6781" y="9140"/>
                    </a:lnTo>
                    <a:lnTo>
                      <a:pt x="6867" y="9161"/>
                    </a:lnTo>
                    <a:lnTo>
                      <a:pt x="6958" y="9179"/>
                    </a:lnTo>
                    <a:lnTo>
                      <a:pt x="7043" y="9200"/>
                    </a:lnTo>
                    <a:lnTo>
                      <a:pt x="7134" y="9224"/>
                    </a:lnTo>
                    <a:lnTo>
                      <a:pt x="7220" y="9248"/>
                    </a:lnTo>
                    <a:lnTo>
                      <a:pt x="7290" y="9279"/>
                    </a:lnTo>
                    <a:lnTo>
                      <a:pt x="7343" y="9314"/>
                    </a:lnTo>
                    <a:cubicBezTo>
                      <a:pt x="7357" y="9329"/>
                      <a:pt x="7372" y="9344"/>
                      <a:pt x="7386" y="9359"/>
                    </a:cubicBezTo>
                    <a:cubicBezTo>
                      <a:pt x="7393" y="9376"/>
                      <a:pt x="7401" y="9392"/>
                      <a:pt x="7408" y="9409"/>
                    </a:cubicBezTo>
                    <a:lnTo>
                      <a:pt x="7381" y="9433"/>
                    </a:lnTo>
                    <a:cubicBezTo>
                      <a:pt x="7374" y="9443"/>
                      <a:pt x="7366" y="9454"/>
                      <a:pt x="7359" y="9464"/>
                    </a:cubicBezTo>
                    <a:lnTo>
                      <a:pt x="7333" y="9493"/>
                    </a:lnTo>
                    <a:cubicBezTo>
                      <a:pt x="7317" y="9503"/>
                      <a:pt x="7300" y="9512"/>
                      <a:pt x="7284" y="9522"/>
                    </a:cubicBezTo>
                    <a:lnTo>
                      <a:pt x="7193" y="9546"/>
                    </a:lnTo>
                    <a:lnTo>
                      <a:pt x="7081" y="9559"/>
                    </a:lnTo>
                    <a:lnTo>
                      <a:pt x="6958" y="9562"/>
                    </a:lnTo>
                    <a:lnTo>
                      <a:pt x="6824" y="9559"/>
                    </a:lnTo>
                    <a:lnTo>
                      <a:pt x="6690" y="9551"/>
                    </a:lnTo>
                    <a:lnTo>
                      <a:pt x="6567" y="9546"/>
                    </a:lnTo>
                    <a:lnTo>
                      <a:pt x="6454" y="9538"/>
                    </a:lnTo>
                    <a:lnTo>
                      <a:pt x="6261" y="9525"/>
                    </a:lnTo>
                    <a:lnTo>
                      <a:pt x="6074" y="9493"/>
                    </a:lnTo>
                    <a:lnTo>
                      <a:pt x="5903" y="9454"/>
                    </a:lnTo>
                    <a:lnTo>
                      <a:pt x="5726" y="9401"/>
                    </a:lnTo>
                    <a:lnTo>
                      <a:pt x="5560" y="9351"/>
                    </a:lnTo>
                    <a:lnTo>
                      <a:pt x="5404" y="9295"/>
                    </a:lnTo>
                    <a:lnTo>
                      <a:pt x="5244" y="9245"/>
                    </a:lnTo>
                    <a:lnTo>
                      <a:pt x="5083" y="9250"/>
                    </a:lnTo>
                    <a:cubicBezTo>
                      <a:pt x="5062" y="9248"/>
                      <a:pt x="5040" y="9247"/>
                      <a:pt x="5019" y="9245"/>
                    </a:cubicBezTo>
                    <a:lnTo>
                      <a:pt x="4944" y="9227"/>
                    </a:lnTo>
                    <a:lnTo>
                      <a:pt x="4853" y="9211"/>
                    </a:lnTo>
                    <a:lnTo>
                      <a:pt x="4762" y="9187"/>
                    </a:lnTo>
                    <a:lnTo>
                      <a:pt x="4681" y="9163"/>
                    </a:lnTo>
                    <a:cubicBezTo>
                      <a:pt x="4660" y="9153"/>
                      <a:pt x="4638" y="9144"/>
                      <a:pt x="4617" y="9134"/>
                    </a:cubicBezTo>
                    <a:lnTo>
                      <a:pt x="4585" y="9105"/>
                    </a:lnTo>
                    <a:cubicBezTo>
                      <a:pt x="4581" y="9090"/>
                      <a:pt x="4578" y="9075"/>
                      <a:pt x="4574" y="9060"/>
                    </a:cubicBezTo>
                    <a:cubicBezTo>
                      <a:pt x="4578" y="9042"/>
                      <a:pt x="4581" y="9023"/>
                      <a:pt x="4585" y="9005"/>
                    </a:cubicBezTo>
                    <a:cubicBezTo>
                      <a:pt x="4592" y="8986"/>
                      <a:pt x="4599" y="8966"/>
                      <a:pt x="4606" y="8947"/>
                    </a:cubicBezTo>
                    <a:cubicBezTo>
                      <a:pt x="4617" y="8926"/>
                      <a:pt x="4627" y="8905"/>
                      <a:pt x="4638" y="8884"/>
                    </a:cubicBezTo>
                    <a:cubicBezTo>
                      <a:pt x="4652" y="8863"/>
                      <a:pt x="4667" y="8841"/>
                      <a:pt x="4681" y="8820"/>
                    </a:cubicBezTo>
                    <a:cubicBezTo>
                      <a:pt x="4695" y="8799"/>
                      <a:pt x="4710" y="8778"/>
                      <a:pt x="4724" y="8757"/>
                    </a:cubicBezTo>
                    <a:cubicBezTo>
                      <a:pt x="4735" y="8738"/>
                      <a:pt x="4745" y="8718"/>
                      <a:pt x="4756" y="8699"/>
                    </a:cubicBezTo>
                    <a:cubicBezTo>
                      <a:pt x="4765" y="8681"/>
                      <a:pt x="4774" y="8664"/>
                      <a:pt x="4783" y="8646"/>
                    </a:cubicBezTo>
                    <a:cubicBezTo>
                      <a:pt x="4788" y="8632"/>
                      <a:pt x="4794" y="8618"/>
                      <a:pt x="4799" y="8604"/>
                    </a:cubicBezTo>
                    <a:lnTo>
                      <a:pt x="4676" y="8572"/>
                    </a:lnTo>
                    <a:cubicBezTo>
                      <a:pt x="4647" y="8561"/>
                      <a:pt x="4619" y="8549"/>
                      <a:pt x="4590" y="8538"/>
                    </a:cubicBezTo>
                    <a:cubicBezTo>
                      <a:pt x="4572" y="8526"/>
                      <a:pt x="4555" y="8513"/>
                      <a:pt x="4537" y="8501"/>
                    </a:cubicBezTo>
                    <a:cubicBezTo>
                      <a:pt x="4524" y="8487"/>
                      <a:pt x="4512" y="8473"/>
                      <a:pt x="4499" y="8459"/>
                    </a:cubicBezTo>
                    <a:cubicBezTo>
                      <a:pt x="4495" y="8444"/>
                      <a:pt x="4492" y="8429"/>
                      <a:pt x="4488" y="8414"/>
                    </a:cubicBezTo>
                    <a:lnTo>
                      <a:pt x="4494" y="8366"/>
                    </a:lnTo>
                    <a:cubicBezTo>
                      <a:pt x="4499" y="8349"/>
                      <a:pt x="4505" y="8333"/>
                      <a:pt x="4510" y="8316"/>
                    </a:cubicBezTo>
                    <a:cubicBezTo>
                      <a:pt x="4519" y="8298"/>
                      <a:pt x="4528" y="8281"/>
                      <a:pt x="4537" y="8263"/>
                    </a:cubicBezTo>
                    <a:cubicBezTo>
                      <a:pt x="4546" y="8246"/>
                      <a:pt x="4554" y="8228"/>
                      <a:pt x="4563" y="8211"/>
                    </a:cubicBezTo>
                    <a:cubicBezTo>
                      <a:pt x="4570" y="8192"/>
                      <a:pt x="4578" y="8174"/>
                      <a:pt x="4585" y="8155"/>
                    </a:cubicBezTo>
                    <a:cubicBezTo>
                      <a:pt x="4592" y="8136"/>
                      <a:pt x="4599" y="8116"/>
                      <a:pt x="4606" y="8097"/>
                    </a:cubicBezTo>
                    <a:cubicBezTo>
                      <a:pt x="4608" y="8079"/>
                      <a:pt x="4610" y="8060"/>
                      <a:pt x="4612" y="8042"/>
                    </a:cubicBezTo>
                    <a:cubicBezTo>
                      <a:pt x="4610" y="8023"/>
                      <a:pt x="4608" y="8003"/>
                      <a:pt x="4606" y="7984"/>
                    </a:cubicBezTo>
                    <a:cubicBezTo>
                      <a:pt x="4601" y="7963"/>
                      <a:pt x="4595" y="7941"/>
                      <a:pt x="4590" y="7920"/>
                    </a:cubicBezTo>
                    <a:cubicBezTo>
                      <a:pt x="4588" y="7893"/>
                      <a:pt x="4587" y="7865"/>
                      <a:pt x="4585" y="7838"/>
                    </a:cubicBezTo>
                    <a:lnTo>
                      <a:pt x="4585" y="7746"/>
                    </a:lnTo>
                    <a:cubicBezTo>
                      <a:pt x="4587" y="7713"/>
                      <a:pt x="4588" y="7679"/>
                      <a:pt x="4590" y="7646"/>
                    </a:cubicBezTo>
                    <a:cubicBezTo>
                      <a:pt x="4595" y="7614"/>
                      <a:pt x="4601" y="7583"/>
                      <a:pt x="4606" y="7551"/>
                    </a:cubicBezTo>
                    <a:cubicBezTo>
                      <a:pt x="4613" y="7522"/>
                      <a:pt x="4621" y="7493"/>
                      <a:pt x="4628" y="7464"/>
                    </a:cubicBezTo>
                    <a:cubicBezTo>
                      <a:pt x="4633" y="7417"/>
                      <a:pt x="4639" y="7371"/>
                      <a:pt x="4644" y="7324"/>
                    </a:cubicBezTo>
                    <a:cubicBezTo>
                      <a:pt x="4649" y="7274"/>
                      <a:pt x="4655" y="7223"/>
                      <a:pt x="4660" y="7173"/>
                    </a:cubicBezTo>
                    <a:lnTo>
                      <a:pt x="4660" y="7018"/>
                    </a:lnTo>
                    <a:cubicBezTo>
                      <a:pt x="4658" y="6963"/>
                      <a:pt x="4657" y="6909"/>
                      <a:pt x="4655" y="6854"/>
                    </a:cubicBezTo>
                    <a:cubicBezTo>
                      <a:pt x="4649" y="6800"/>
                      <a:pt x="4644" y="6747"/>
                      <a:pt x="4638" y="6693"/>
                    </a:cubicBezTo>
                    <a:cubicBezTo>
                      <a:pt x="4636" y="6642"/>
                      <a:pt x="4635" y="6591"/>
                      <a:pt x="4633" y="6540"/>
                    </a:cubicBezTo>
                    <a:cubicBezTo>
                      <a:pt x="4631" y="6492"/>
                      <a:pt x="4630" y="6443"/>
                      <a:pt x="4628" y="6395"/>
                    </a:cubicBezTo>
                    <a:lnTo>
                      <a:pt x="4628" y="6310"/>
                    </a:lnTo>
                    <a:cubicBezTo>
                      <a:pt x="4630" y="6282"/>
                      <a:pt x="4631" y="6254"/>
                      <a:pt x="4633" y="6226"/>
                    </a:cubicBezTo>
                    <a:cubicBezTo>
                      <a:pt x="4637" y="6197"/>
                      <a:pt x="4640" y="6168"/>
                      <a:pt x="4644" y="6139"/>
                    </a:cubicBezTo>
                    <a:cubicBezTo>
                      <a:pt x="4649" y="6111"/>
                      <a:pt x="4655" y="6082"/>
                      <a:pt x="4660" y="6054"/>
                    </a:cubicBezTo>
                    <a:cubicBezTo>
                      <a:pt x="4665" y="6025"/>
                      <a:pt x="4671" y="5996"/>
                      <a:pt x="4676" y="5967"/>
                    </a:cubicBezTo>
                    <a:lnTo>
                      <a:pt x="4676" y="5891"/>
                    </a:lnTo>
                    <a:cubicBezTo>
                      <a:pt x="4672" y="5866"/>
                      <a:pt x="4669" y="5842"/>
                      <a:pt x="4665" y="5817"/>
                    </a:cubicBezTo>
                    <a:lnTo>
                      <a:pt x="4638" y="5751"/>
                    </a:lnTo>
                    <a:cubicBezTo>
                      <a:pt x="4620" y="5732"/>
                      <a:pt x="4603" y="5712"/>
                      <a:pt x="4585" y="5693"/>
                    </a:cubicBezTo>
                    <a:lnTo>
                      <a:pt x="4585" y="5709"/>
                    </a:lnTo>
                    <a:cubicBezTo>
                      <a:pt x="4572" y="5719"/>
                      <a:pt x="4560" y="5730"/>
                      <a:pt x="4547" y="5740"/>
                    </a:cubicBezTo>
                    <a:cubicBezTo>
                      <a:pt x="4535" y="5755"/>
                      <a:pt x="4522" y="5770"/>
                      <a:pt x="4510" y="5785"/>
                    </a:cubicBezTo>
                    <a:cubicBezTo>
                      <a:pt x="4503" y="5799"/>
                      <a:pt x="4495" y="5813"/>
                      <a:pt x="4488" y="5827"/>
                    </a:cubicBezTo>
                    <a:cubicBezTo>
                      <a:pt x="4485" y="5842"/>
                      <a:pt x="4481" y="5857"/>
                      <a:pt x="4478" y="5872"/>
                    </a:cubicBezTo>
                    <a:cubicBezTo>
                      <a:pt x="4467" y="5876"/>
                      <a:pt x="4457" y="5881"/>
                      <a:pt x="4446" y="5885"/>
                    </a:cubicBezTo>
                    <a:lnTo>
                      <a:pt x="4408" y="5914"/>
                    </a:lnTo>
                    <a:lnTo>
                      <a:pt x="4371" y="5954"/>
                    </a:lnTo>
                    <a:cubicBezTo>
                      <a:pt x="4357" y="5970"/>
                      <a:pt x="4342" y="5986"/>
                      <a:pt x="4328" y="6002"/>
                    </a:cubicBezTo>
                    <a:cubicBezTo>
                      <a:pt x="4312" y="6020"/>
                      <a:pt x="4296" y="6039"/>
                      <a:pt x="4280" y="6057"/>
                    </a:cubicBezTo>
                    <a:lnTo>
                      <a:pt x="4237" y="6112"/>
                    </a:lnTo>
                    <a:cubicBezTo>
                      <a:pt x="4226" y="6130"/>
                      <a:pt x="4216" y="6147"/>
                      <a:pt x="4205" y="6165"/>
                    </a:cubicBezTo>
                    <a:cubicBezTo>
                      <a:pt x="4191" y="6182"/>
                      <a:pt x="4176" y="6198"/>
                      <a:pt x="4162" y="6215"/>
                    </a:cubicBezTo>
                    <a:cubicBezTo>
                      <a:pt x="4123" y="6263"/>
                      <a:pt x="4083" y="6310"/>
                      <a:pt x="4044" y="6358"/>
                    </a:cubicBezTo>
                    <a:cubicBezTo>
                      <a:pt x="3999" y="6405"/>
                      <a:pt x="3955" y="6453"/>
                      <a:pt x="3910" y="6500"/>
                    </a:cubicBezTo>
                    <a:lnTo>
                      <a:pt x="3787" y="6646"/>
                    </a:lnTo>
                    <a:cubicBezTo>
                      <a:pt x="3751" y="6693"/>
                      <a:pt x="3716" y="6741"/>
                      <a:pt x="3680" y="6788"/>
                    </a:cubicBezTo>
                    <a:cubicBezTo>
                      <a:pt x="3653" y="6834"/>
                      <a:pt x="3626" y="6879"/>
                      <a:pt x="3599" y="6925"/>
                    </a:cubicBezTo>
                    <a:lnTo>
                      <a:pt x="3599" y="6928"/>
                    </a:lnTo>
                    <a:lnTo>
                      <a:pt x="3599" y="6931"/>
                    </a:lnTo>
                    <a:cubicBezTo>
                      <a:pt x="3601" y="6933"/>
                      <a:pt x="3603" y="6934"/>
                      <a:pt x="3605" y="6936"/>
                    </a:cubicBezTo>
                    <a:lnTo>
                      <a:pt x="3605" y="6941"/>
                    </a:lnTo>
                    <a:cubicBezTo>
                      <a:pt x="3610" y="6945"/>
                      <a:pt x="3616" y="6948"/>
                      <a:pt x="3621" y="6952"/>
                    </a:cubicBezTo>
                    <a:cubicBezTo>
                      <a:pt x="3601" y="6948"/>
                      <a:pt x="3582" y="6945"/>
                      <a:pt x="3562" y="6941"/>
                    </a:cubicBezTo>
                    <a:cubicBezTo>
                      <a:pt x="3553" y="6960"/>
                      <a:pt x="3544" y="6978"/>
                      <a:pt x="3535" y="6997"/>
                    </a:cubicBezTo>
                    <a:lnTo>
                      <a:pt x="3492" y="7052"/>
                    </a:lnTo>
                    <a:cubicBezTo>
                      <a:pt x="3480" y="7069"/>
                      <a:pt x="3467" y="7085"/>
                      <a:pt x="3455" y="7102"/>
                    </a:cubicBezTo>
                    <a:lnTo>
                      <a:pt x="3407" y="7150"/>
                    </a:lnTo>
                    <a:cubicBezTo>
                      <a:pt x="3394" y="7161"/>
                      <a:pt x="3382" y="7173"/>
                      <a:pt x="3369" y="7184"/>
                    </a:cubicBezTo>
                    <a:lnTo>
                      <a:pt x="3348" y="7226"/>
                    </a:lnTo>
                    <a:lnTo>
                      <a:pt x="3348" y="7266"/>
                    </a:lnTo>
                    <a:lnTo>
                      <a:pt x="3348" y="7308"/>
                    </a:lnTo>
                    <a:cubicBezTo>
                      <a:pt x="3351" y="7320"/>
                      <a:pt x="3355" y="7333"/>
                      <a:pt x="3358" y="7345"/>
                    </a:cubicBezTo>
                    <a:cubicBezTo>
                      <a:pt x="3355" y="7356"/>
                      <a:pt x="3351" y="7366"/>
                      <a:pt x="3348" y="7377"/>
                    </a:cubicBezTo>
                    <a:cubicBezTo>
                      <a:pt x="3330" y="7409"/>
                      <a:pt x="3312" y="7442"/>
                      <a:pt x="3294" y="7474"/>
                    </a:cubicBezTo>
                    <a:cubicBezTo>
                      <a:pt x="3271" y="7508"/>
                      <a:pt x="3247" y="7541"/>
                      <a:pt x="3224" y="7575"/>
                    </a:cubicBezTo>
                    <a:lnTo>
                      <a:pt x="3160" y="7672"/>
                    </a:lnTo>
                    <a:cubicBezTo>
                      <a:pt x="3142" y="7705"/>
                      <a:pt x="3125" y="7737"/>
                      <a:pt x="3107" y="7770"/>
                    </a:cubicBezTo>
                    <a:cubicBezTo>
                      <a:pt x="3093" y="7803"/>
                      <a:pt x="3078" y="7835"/>
                      <a:pt x="3064" y="7868"/>
                    </a:cubicBezTo>
                    <a:lnTo>
                      <a:pt x="3037" y="7970"/>
                    </a:lnTo>
                    <a:lnTo>
                      <a:pt x="3037" y="8076"/>
                    </a:lnTo>
                    <a:cubicBezTo>
                      <a:pt x="3048" y="8113"/>
                      <a:pt x="3058" y="8150"/>
                      <a:pt x="3069" y="8187"/>
                    </a:cubicBezTo>
                    <a:cubicBezTo>
                      <a:pt x="3073" y="8206"/>
                      <a:pt x="3076" y="8226"/>
                      <a:pt x="3080" y="8245"/>
                    </a:cubicBezTo>
                    <a:cubicBezTo>
                      <a:pt x="3075" y="8264"/>
                      <a:pt x="3069" y="8284"/>
                      <a:pt x="3064" y="8303"/>
                    </a:cubicBezTo>
                    <a:cubicBezTo>
                      <a:pt x="3053" y="8321"/>
                      <a:pt x="3043" y="8338"/>
                      <a:pt x="3032" y="8356"/>
                    </a:cubicBezTo>
                    <a:cubicBezTo>
                      <a:pt x="3018" y="8374"/>
                      <a:pt x="3003" y="8391"/>
                      <a:pt x="2989" y="8409"/>
                    </a:cubicBezTo>
                    <a:cubicBezTo>
                      <a:pt x="2980" y="8425"/>
                      <a:pt x="2971" y="8440"/>
                      <a:pt x="2962" y="8456"/>
                    </a:cubicBezTo>
                    <a:cubicBezTo>
                      <a:pt x="2955" y="8469"/>
                      <a:pt x="2948" y="8483"/>
                      <a:pt x="2941" y="8496"/>
                    </a:cubicBezTo>
                    <a:cubicBezTo>
                      <a:pt x="2943" y="8507"/>
                      <a:pt x="2944" y="8519"/>
                      <a:pt x="2946" y="8530"/>
                    </a:cubicBezTo>
                    <a:lnTo>
                      <a:pt x="3198" y="8767"/>
                    </a:lnTo>
                    <a:lnTo>
                      <a:pt x="3198" y="8836"/>
                    </a:lnTo>
                    <a:lnTo>
                      <a:pt x="3171" y="8884"/>
                    </a:lnTo>
                    <a:lnTo>
                      <a:pt x="3133" y="8934"/>
                    </a:lnTo>
                    <a:cubicBezTo>
                      <a:pt x="3119" y="8952"/>
                      <a:pt x="3105" y="8971"/>
                      <a:pt x="3091" y="8989"/>
                    </a:cubicBezTo>
                    <a:cubicBezTo>
                      <a:pt x="3078" y="9008"/>
                      <a:pt x="3066" y="9026"/>
                      <a:pt x="3053" y="9045"/>
                    </a:cubicBezTo>
                    <a:cubicBezTo>
                      <a:pt x="3041" y="9062"/>
                      <a:pt x="3028" y="9080"/>
                      <a:pt x="3016" y="9097"/>
                    </a:cubicBezTo>
                    <a:cubicBezTo>
                      <a:pt x="3009" y="9113"/>
                      <a:pt x="3001" y="9129"/>
                      <a:pt x="2994" y="9145"/>
                    </a:cubicBezTo>
                    <a:cubicBezTo>
                      <a:pt x="2996" y="9158"/>
                      <a:pt x="2997" y="9171"/>
                      <a:pt x="2999" y="9184"/>
                    </a:cubicBezTo>
                    <a:cubicBezTo>
                      <a:pt x="3013" y="9213"/>
                      <a:pt x="3028" y="9243"/>
                      <a:pt x="3042" y="9272"/>
                    </a:cubicBezTo>
                    <a:lnTo>
                      <a:pt x="3107" y="9364"/>
                    </a:lnTo>
                    <a:lnTo>
                      <a:pt x="3176" y="9454"/>
                    </a:lnTo>
                    <a:cubicBezTo>
                      <a:pt x="3197" y="9486"/>
                      <a:pt x="3219" y="9517"/>
                      <a:pt x="3240" y="9549"/>
                    </a:cubicBezTo>
                    <a:cubicBezTo>
                      <a:pt x="3256" y="9581"/>
                      <a:pt x="3273" y="9612"/>
                      <a:pt x="3289" y="9644"/>
                    </a:cubicBezTo>
                    <a:cubicBezTo>
                      <a:pt x="3300" y="9676"/>
                      <a:pt x="3310" y="9709"/>
                      <a:pt x="3321" y="9741"/>
                    </a:cubicBezTo>
                    <a:cubicBezTo>
                      <a:pt x="3323" y="9774"/>
                      <a:pt x="3324" y="9806"/>
                      <a:pt x="3326" y="9839"/>
                    </a:cubicBezTo>
                    <a:cubicBezTo>
                      <a:pt x="3317" y="9872"/>
                      <a:pt x="3308" y="9906"/>
                      <a:pt x="3299" y="9939"/>
                    </a:cubicBezTo>
                    <a:lnTo>
                      <a:pt x="3160" y="9974"/>
                    </a:lnTo>
                    <a:lnTo>
                      <a:pt x="3016" y="9992"/>
                    </a:lnTo>
                    <a:lnTo>
                      <a:pt x="2855" y="10000"/>
                    </a:lnTo>
                    <a:lnTo>
                      <a:pt x="2700" y="9997"/>
                    </a:lnTo>
                    <a:lnTo>
                      <a:pt x="2539" y="9979"/>
                    </a:lnTo>
                    <a:lnTo>
                      <a:pt x="2384" y="9955"/>
                    </a:lnTo>
                    <a:lnTo>
                      <a:pt x="2239" y="9921"/>
                    </a:lnTo>
                    <a:lnTo>
                      <a:pt x="2105" y="9881"/>
                    </a:lnTo>
                    <a:cubicBezTo>
                      <a:pt x="2066" y="9865"/>
                      <a:pt x="2026" y="9850"/>
                      <a:pt x="1987" y="9834"/>
                    </a:cubicBezTo>
                    <a:lnTo>
                      <a:pt x="1901" y="9781"/>
                    </a:lnTo>
                    <a:lnTo>
                      <a:pt x="1837" y="9723"/>
                    </a:lnTo>
                    <a:lnTo>
                      <a:pt x="1837" y="9514"/>
                    </a:lnTo>
                    <a:cubicBezTo>
                      <a:pt x="1828" y="9503"/>
                      <a:pt x="1819" y="9491"/>
                      <a:pt x="1810" y="9480"/>
                    </a:cubicBezTo>
                    <a:cubicBezTo>
                      <a:pt x="1798" y="9465"/>
                      <a:pt x="1785" y="9450"/>
                      <a:pt x="1773" y="9435"/>
                    </a:cubicBezTo>
                    <a:cubicBezTo>
                      <a:pt x="1764" y="9417"/>
                      <a:pt x="1755" y="9400"/>
                      <a:pt x="1746" y="9382"/>
                    </a:cubicBezTo>
                    <a:lnTo>
                      <a:pt x="1725" y="9316"/>
                    </a:lnTo>
                    <a:lnTo>
                      <a:pt x="1725" y="9248"/>
                    </a:lnTo>
                    <a:cubicBezTo>
                      <a:pt x="1732" y="9224"/>
                      <a:pt x="1739" y="9201"/>
                      <a:pt x="1746" y="9177"/>
                    </a:cubicBezTo>
                    <a:cubicBezTo>
                      <a:pt x="1751" y="9160"/>
                      <a:pt x="1757" y="9143"/>
                      <a:pt x="1762" y="9126"/>
                    </a:cubicBezTo>
                    <a:lnTo>
                      <a:pt x="1762" y="9071"/>
                    </a:lnTo>
                    <a:cubicBezTo>
                      <a:pt x="1755" y="9052"/>
                      <a:pt x="1748" y="9032"/>
                      <a:pt x="1741" y="9013"/>
                    </a:cubicBezTo>
                    <a:cubicBezTo>
                      <a:pt x="1736" y="8993"/>
                      <a:pt x="1730" y="8972"/>
                      <a:pt x="1725" y="8952"/>
                    </a:cubicBezTo>
                    <a:cubicBezTo>
                      <a:pt x="1721" y="8929"/>
                      <a:pt x="1718" y="8907"/>
                      <a:pt x="1714" y="8884"/>
                    </a:cubicBezTo>
                    <a:lnTo>
                      <a:pt x="1714" y="8810"/>
                    </a:lnTo>
                    <a:cubicBezTo>
                      <a:pt x="1721" y="8784"/>
                      <a:pt x="1728" y="8759"/>
                      <a:pt x="1735" y="8733"/>
                    </a:cubicBezTo>
                    <a:lnTo>
                      <a:pt x="1762" y="8667"/>
                    </a:lnTo>
                    <a:cubicBezTo>
                      <a:pt x="1775" y="8647"/>
                      <a:pt x="1787" y="8626"/>
                      <a:pt x="1800" y="8606"/>
                    </a:cubicBezTo>
                    <a:cubicBezTo>
                      <a:pt x="1812" y="8586"/>
                      <a:pt x="1825" y="8566"/>
                      <a:pt x="1837" y="8546"/>
                    </a:cubicBezTo>
                    <a:cubicBezTo>
                      <a:pt x="1848" y="8521"/>
                      <a:pt x="1858" y="8497"/>
                      <a:pt x="1869" y="8472"/>
                    </a:cubicBezTo>
                    <a:lnTo>
                      <a:pt x="1869" y="7820"/>
                    </a:lnTo>
                    <a:lnTo>
                      <a:pt x="1998" y="7020"/>
                    </a:lnTo>
                    <a:cubicBezTo>
                      <a:pt x="2085" y="6872"/>
                      <a:pt x="2173" y="6725"/>
                      <a:pt x="2260" y="6577"/>
                    </a:cubicBezTo>
                    <a:cubicBezTo>
                      <a:pt x="2265" y="6458"/>
                      <a:pt x="2271" y="6340"/>
                      <a:pt x="2276" y="6221"/>
                    </a:cubicBezTo>
                    <a:lnTo>
                      <a:pt x="2453" y="5735"/>
                    </a:lnTo>
                    <a:lnTo>
                      <a:pt x="2501" y="5606"/>
                    </a:lnTo>
                    <a:cubicBezTo>
                      <a:pt x="2514" y="5565"/>
                      <a:pt x="2526" y="5525"/>
                      <a:pt x="2539" y="5484"/>
                    </a:cubicBezTo>
                    <a:cubicBezTo>
                      <a:pt x="2546" y="5444"/>
                      <a:pt x="2553" y="5403"/>
                      <a:pt x="2560" y="5363"/>
                    </a:cubicBezTo>
                    <a:cubicBezTo>
                      <a:pt x="2571" y="5324"/>
                      <a:pt x="2581" y="5286"/>
                      <a:pt x="2592" y="5247"/>
                    </a:cubicBezTo>
                    <a:lnTo>
                      <a:pt x="2598" y="5202"/>
                    </a:lnTo>
                    <a:lnTo>
                      <a:pt x="2592" y="5154"/>
                    </a:lnTo>
                    <a:cubicBezTo>
                      <a:pt x="2590" y="5138"/>
                      <a:pt x="2589" y="5123"/>
                      <a:pt x="2587" y="5107"/>
                    </a:cubicBezTo>
                    <a:lnTo>
                      <a:pt x="2587" y="5059"/>
                    </a:lnTo>
                    <a:cubicBezTo>
                      <a:pt x="2596" y="5044"/>
                      <a:pt x="2605" y="5030"/>
                      <a:pt x="2614" y="5015"/>
                    </a:cubicBezTo>
                    <a:lnTo>
                      <a:pt x="2592" y="5015"/>
                    </a:lnTo>
                    <a:lnTo>
                      <a:pt x="2587" y="5015"/>
                    </a:lnTo>
                    <a:lnTo>
                      <a:pt x="2582" y="5015"/>
                    </a:lnTo>
                    <a:lnTo>
                      <a:pt x="2582" y="5020"/>
                    </a:lnTo>
                    <a:lnTo>
                      <a:pt x="2571" y="5020"/>
                    </a:lnTo>
                    <a:lnTo>
                      <a:pt x="2571" y="5015"/>
                    </a:lnTo>
                    <a:cubicBezTo>
                      <a:pt x="2569" y="5014"/>
                      <a:pt x="2568" y="5013"/>
                      <a:pt x="2566" y="5012"/>
                    </a:cubicBezTo>
                    <a:cubicBezTo>
                      <a:pt x="2564" y="5009"/>
                      <a:pt x="2562" y="5007"/>
                      <a:pt x="2560" y="5004"/>
                    </a:cubicBezTo>
                    <a:lnTo>
                      <a:pt x="2566" y="4980"/>
                    </a:lnTo>
                    <a:cubicBezTo>
                      <a:pt x="2559" y="4975"/>
                      <a:pt x="2551" y="4969"/>
                      <a:pt x="2544" y="4964"/>
                    </a:cubicBezTo>
                    <a:lnTo>
                      <a:pt x="2517" y="4946"/>
                    </a:lnTo>
                    <a:cubicBezTo>
                      <a:pt x="2503" y="4942"/>
                      <a:pt x="2489" y="4937"/>
                      <a:pt x="2475" y="4933"/>
                    </a:cubicBezTo>
                    <a:cubicBezTo>
                      <a:pt x="2464" y="4928"/>
                      <a:pt x="2453" y="4922"/>
                      <a:pt x="2442" y="4917"/>
                    </a:cubicBezTo>
                    <a:cubicBezTo>
                      <a:pt x="2435" y="4913"/>
                      <a:pt x="2428" y="4908"/>
                      <a:pt x="2421" y="4904"/>
                    </a:cubicBezTo>
                    <a:lnTo>
                      <a:pt x="2421" y="4605"/>
                    </a:lnTo>
                    <a:cubicBezTo>
                      <a:pt x="2425" y="4443"/>
                      <a:pt x="2428" y="4282"/>
                      <a:pt x="2432" y="4120"/>
                    </a:cubicBezTo>
                    <a:cubicBezTo>
                      <a:pt x="2439" y="4085"/>
                      <a:pt x="2446" y="4049"/>
                      <a:pt x="2453" y="4014"/>
                    </a:cubicBezTo>
                    <a:cubicBezTo>
                      <a:pt x="2451" y="3980"/>
                      <a:pt x="2450" y="3945"/>
                      <a:pt x="2448" y="3911"/>
                    </a:cubicBezTo>
                    <a:cubicBezTo>
                      <a:pt x="2443" y="3877"/>
                      <a:pt x="2437" y="3842"/>
                      <a:pt x="2432" y="3808"/>
                    </a:cubicBezTo>
                    <a:cubicBezTo>
                      <a:pt x="2425" y="3773"/>
                      <a:pt x="2417" y="3738"/>
                      <a:pt x="2410" y="3703"/>
                    </a:cubicBezTo>
                    <a:cubicBezTo>
                      <a:pt x="2414" y="3668"/>
                      <a:pt x="2417" y="3632"/>
                      <a:pt x="2421" y="3597"/>
                    </a:cubicBezTo>
                    <a:cubicBezTo>
                      <a:pt x="2425" y="3558"/>
                      <a:pt x="2428" y="3520"/>
                      <a:pt x="2432" y="3481"/>
                    </a:cubicBezTo>
                    <a:cubicBezTo>
                      <a:pt x="2437" y="3441"/>
                      <a:pt x="2443" y="3402"/>
                      <a:pt x="2448" y="3362"/>
                    </a:cubicBezTo>
                    <a:cubicBezTo>
                      <a:pt x="2450" y="3321"/>
                      <a:pt x="2451" y="3279"/>
                      <a:pt x="2453" y="3238"/>
                    </a:cubicBezTo>
                    <a:cubicBezTo>
                      <a:pt x="2451" y="3199"/>
                      <a:pt x="2450" y="3161"/>
                      <a:pt x="2448" y="3122"/>
                    </a:cubicBezTo>
                    <a:lnTo>
                      <a:pt x="2421" y="3017"/>
                    </a:lnTo>
                    <a:cubicBezTo>
                      <a:pt x="2401" y="2912"/>
                      <a:pt x="2382" y="2808"/>
                      <a:pt x="2362" y="2703"/>
                    </a:cubicBezTo>
                    <a:cubicBezTo>
                      <a:pt x="2358" y="2720"/>
                      <a:pt x="2355" y="2736"/>
                      <a:pt x="2351" y="2753"/>
                    </a:cubicBezTo>
                    <a:lnTo>
                      <a:pt x="2314" y="2790"/>
                    </a:lnTo>
                    <a:cubicBezTo>
                      <a:pt x="2303" y="2800"/>
                      <a:pt x="2293" y="2811"/>
                      <a:pt x="2282" y="2821"/>
                    </a:cubicBezTo>
                    <a:lnTo>
                      <a:pt x="2255" y="2848"/>
                    </a:lnTo>
                    <a:cubicBezTo>
                      <a:pt x="2250" y="2858"/>
                      <a:pt x="2244" y="2867"/>
                      <a:pt x="2239" y="2877"/>
                    </a:cubicBezTo>
                    <a:cubicBezTo>
                      <a:pt x="2238" y="2886"/>
                      <a:pt x="2237" y="2894"/>
                      <a:pt x="2236" y="2903"/>
                    </a:cubicBezTo>
                    <a:lnTo>
                      <a:pt x="2217" y="2922"/>
                    </a:lnTo>
                    <a:cubicBezTo>
                      <a:pt x="2206" y="2933"/>
                      <a:pt x="2196" y="2945"/>
                      <a:pt x="2185" y="2956"/>
                    </a:cubicBezTo>
                    <a:lnTo>
                      <a:pt x="2148" y="2996"/>
                    </a:lnTo>
                    <a:cubicBezTo>
                      <a:pt x="2141" y="3011"/>
                      <a:pt x="2133" y="3025"/>
                      <a:pt x="2126" y="3040"/>
                    </a:cubicBezTo>
                    <a:lnTo>
                      <a:pt x="2105" y="3088"/>
                    </a:lnTo>
                    <a:cubicBezTo>
                      <a:pt x="2101" y="3100"/>
                      <a:pt x="2098" y="3113"/>
                      <a:pt x="2094" y="3125"/>
                    </a:cubicBezTo>
                    <a:cubicBezTo>
                      <a:pt x="2092" y="3135"/>
                      <a:pt x="2091" y="3144"/>
                      <a:pt x="2089" y="3154"/>
                    </a:cubicBezTo>
                    <a:cubicBezTo>
                      <a:pt x="2085" y="3157"/>
                      <a:pt x="2082" y="3161"/>
                      <a:pt x="2078" y="3164"/>
                    </a:cubicBezTo>
                    <a:lnTo>
                      <a:pt x="1971" y="3215"/>
                    </a:lnTo>
                    <a:lnTo>
                      <a:pt x="1869" y="3257"/>
                    </a:lnTo>
                    <a:lnTo>
                      <a:pt x="1773" y="3296"/>
                    </a:lnTo>
                    <a:cubicBezTo>
                      <a:pt x="1741" y="3308"/>
                      <a:pt x="1708" y="3319"/>
                      <a:pt x="1676" y="3331"/>
                    </a:cubicBezTo>
                    <a:lnTo>
                      <a:pt x="1559" y="3362"/>
                    </a:lnTo>
                    <a:lnTo>
                      <a:pt x="1414" y="3389"/>
                    </a:lnTo>
                    <a:lnTo>
                      <a:pt x="1296" y="3399"/>
                    </a:lnTo>
                    <a:lnTo>
                      <a:pt x="1194" y="3391"/>
                    </a:lnTo>
                    <a:lnTo>
                      <a:pt x="1093" y="3376"/>
                    </a:lnTo>
                    <a:lnTo>
                      <a:pt x="1007" y="3344"/>
                    </a:lnTo>
                    <a:cubicBezTo>
                      <a:pt x="978" y="3333"/>
                      <a:pt x="950" y="3321"/>
                      <a:pt x="921" y="3310"/>
                    </a:cubicBezTo>
                    <a:cubicBezTo>
                      <a:pt x="896" y="3297"/>
                      <a:pt x="871" y="3283"/>
                      <a:pt x="846" y="3270"/>
                    </a:cubicBezTo>
                    <a:lnTo>
                      <a:pt x="777" y="3225"/>
                    </a:lnTo>
                    <a:cubicBezTo>
                      <a:pt x="757" y="3211"/>
                      <a:pt x="738" y="3197"/>
                      <a:pt x="718" y="3183"/>
                    </a:cubicBezTo>
                    <a:cubicBezTo>
                      <a:pt x="700" y="3171"/>
                      <a:pt x="682" y="3158"/>
                      <a:pt x="664" y="3146"/>
                    </a:cubicBezTo>
                    <a:cubicBezTo>
                      <a:pt x="650" y="3135"/>
                      <a:pt x="635" y="3125"/>
                      <a:pt x="621" y="3114"/>
                    </a:cubicBezTo>
                    <a:cubicBezTo>
                      <a:pt x="609" y="3108"/>
                      <a:pt x="596" y="3102"/>
                      <a:pt x="584" y="3096"/>
                    </a:cubicBezTo>
                    <a:cubicBezTo>
                      <a:pt x="548" y="3075"/>
                      <a:pt x="513" y="3053"/>
                      <a:pt x="477" y="3032"/>
                    </a:cubicBezTo>
                    <a:lnTo>
                      <a:pt x="386" y="2959"/>
                    </a:lnTo>
                    <a:lnTo>
                      <a:pt x="311" y="2869"/>
                    </a:lnTo>
                    <a:cubicBezTo>
                      <a:pt x="293" y="2837"/>
                      <a:pt x="275" y="2806"/>
                      <a:pt x="257" y="2774"/>
                    </a:cubicBezTo>
                    <a:cubicBezTo>
                      <a:pt x="243" y="2739"/>
                      <a:pt x="228" y="2703"/>
                      <a:pt x="214" y="2668"/>
                    </a:cubicBezTo>
                    <a:cubicBezTo>
                      <a:pt x="209" y="2631"/>
                      <a:pt x="203" y="2594"/>
                      <a:pt x="198" y="2557"/>
                    </a:cubicBezTo>
                    <a:lnTo>
                      <a:pt x="198" y="2449"/>
                    </a:lnTo>
                    <a:lnTo>
                      <a:pt x="225" y="2341"/>
                    </a:lnTo>
                    <a:cubicBezTo>
                      <a:pt x="230" y="2324"/>
                      <a:pt x="236" y="2308"/>
                      <a:pt x="241" y="2291"/>
                    </a:cubicBezTo>
                    <a:cubicBezTo>
                      <a:pt x="239" y="2275"/>
                      <a:pt x="238" y="2259"/>
                      <a:pt x="236" y="2243"/>
                    </a:cubicBezTo>
                    <a:lnTo>
                      <a:pt x="236" y="2196"/>
                    </a:lnTo>
                    <a:lnTo>
                      <a:pt x="236" y="2151"/>
                    </a:lnTo>
                    <a:cubicBezTo>
                      <a:pt x="239" y="2139"/>
                      <a:pt x="243" y="2126"/>
                      <a:pt x="246" y="2114"/>
                    </a:cubicBezTo>
                    <a:cubicBezTo>
                      <a:pt x="228" y="2087"/>
                      <a:pt x="211" y="2059"/>
                      <a:pt x="193" y="2032"/>
                    </a:cubicBezTo>
                    <a:cubicBezTo>
                      <a:pt x="172" y="2002"/>
                      <a:pt x="150" y="1972"/>
                      <a:pt x="129" y="1942"/>
                    </a:cubicBezTo>
                    <a:cubicBezTo>
                      <a:pt x="111" y="1911"/>
                      <a:pt x="93" y="1881"/>
                      <a:pt x="75" y="1850"/>
                    </a:cubicBezTo>
                    <a:lnTo>
                      <a:pt x="27" y="1760"/>
                    </a:lnTo>
                    <a:cubicBezTo>
                      <a:pt x="18" y="1730"/>
                      <a:pt x="9" y="1701"/>
                      <a:pt x="0" y="1671"/>
                    </a:cubicBezTo>
                    <a:lnTo>
                      <a:pt x="107" y="1618"/>
                    </a:lnTo>
                    <a:lnTo>
                      <a:pt x="257" y="1576"/>
                    </a:lnTo>
                    <a:lnTo>
                      <a:pt x="412" y="1541"/>
                    </a:lnTo>
                    <a:lnTo>
                      <a:pt x="595" y="1518"/>
                    </a:lnTo>
                    <a:lnTo>
                      <a:pt x="777" y="1507"/>
                    </a:lnTo>
                    <a:cubicBezTo>
                      <a:pt x="793" y="1512"/>
                      <a:pt x="809" y="1518"/>
                      <a:pt x="825" y="1523"/>
                    </a:cubicBezTo>
                    <a:cubicBezTo>
                      <a:pt x="843" y="1526"/>
                      <a:pt x="860" y="1530"/>
                      <a:pt x="878" y="1533"/>
                    </a:cubicBezTo>
                    <a:cubicBezTo>
                      <a:pt x="898" y="1536"/>
                      <a:pt x="917" y="1538"/>
                      <a:pt x="937" y="1541"/>
                    </a:cubicBezTo>
                    <a:cubicBezTo>
                      <a:pt x="955" y="1545"/>
                      <a:pt x="973" y="1550"/>
                      <a:pt x="991" y="1554"/>
                    </a:cubicBezTo>
                    <a:cubicBezTo>
                      <a:pt x="1007" y="1561"/>
                      <a:pt x="1023" y="1569"/>
                      <a:pt x="1039" y="1576"/>
                    </a:cubicBezTo>
                    <a:lnTo>
                      <a:pt x="1093" y="1615"/>
                    </a:lnTo>
                    <a:cubicBezTo>
                      <a:pt x="1105" y="1630"/>
                      <a:pt x="1118" y="1645"/>
                      <a:pt x="1130" y="1660"/>
                    </a:cubicBezTo>
                    <a:lnTo>
                      <a:pt x="1087" y="1694"/>
                    </a:lnTo>
                    <a:cubicBezTo>
                      <a:pt x="1082" y="1706"/>
                      <a:pt x="1076" y="1717"/>
                      <a:pt x="1071" y="1729"/>
                    </a:cubicBezTo>
                    <a:cubicBezTo>
                      <a:pt x="1076" y="1740"/>
                      <a:pt x="1082" y="1752"/>
                      <a:pt x="1087" y="1763"/>
                    </a:cubicBezTo>
                    <a:cubicBezTo>
                      <a:pt x="1092" y="1774"/>
                      <a:pt x="1098" y="1786"/>
                      <a:pt x="1103" y="1797"/>
                    </a:cubicBezTo>
                    <a:cubicBezTo>
                      <a:pt x="1107" y="1809"/>
                      <a:pt x="1110" y="1822"/>
                      <a:pt x="1114" y="1834"/>
                    </a:cubicBezTo>
                    <a:cubicBezTo>
                      <a:pt x="1112" y="1846"/>
                      <a:pt x="1111" y="1859"/>
                      <a:pt x="1109" y="1871"/>
                    </a:cubicBezTo>
                    <a:cubicBezTo>
                      <a:pt x="1096" y="1885"/>
                      <a:pt x="1084" y="1899"/>
                      <a:pt x="1071" y="1913"/>
                    </a:cubicBezTo>
                    <a:lnTo>
                      <a:pt x="900" y="1948"/>
                    </a:lnTo>
                    <a:lnTo>
                      <a:pt x="900" y="1985"/>
                    </a:lnTo>
                    <a:cubicBezTo>
                      <a:pt x="902" y="1997"/>
                      <a:pt x="903" y="2010"/>
                      <a:pt x="905" y="2022"/>
                    </a:cubicBezTo>
                    <a:cubicBezTo>
                      <a:pt x="909" y="2036"/>
                      <a:pt x="912" y="2050"/>
                      <a:pt x="916" y="2064"/>
                    </a:cubicBezTo>
                    <a:lnTo>
                      <a:pt x="916" y="2103"/>
                    </a:lnTo>
                    <a:cubicBezTo>
                      <a:pt x="912" y="2116"/>
                      <a:pt x="909" y="2130"/>
                      <a:pt x="905" y="2143"/>
                    </a:cubicBezTo>
                    <a:cubicBezTo>
                      <a:pt x="900" y="2154"/>
                      <a:pt x="894" y="2164"/>
                      <a:pt x="889" y="2175"/>
                    </a:cubicBezTo>
                    <a:cubicBezTo>
                      <a:pt x="875" y="2184"/>
                      <a:pt x="860" y="2192"/>
                      <a:pt x="846" y="2201"/>
                    </a:cubicBezTo>
                    <a:lnTo>
                      <a:pt x="889" y="2241"/>
                    </a:lnTo>
                    <a:cubicBezTo>
                      <a:pt x="905" y="2253"/>
                      <a:pt x="921" y="2266"/>
                      <a:pt x="937" y="2278"/>
                    </a:cubicBezTo>
                    <a:cubicBezTo>
                      <a:pt x="955" y="2289"/>
                      <a:pt x="973" y="2301"/>
                      <a:pt x="991" y="2312"/>
                    </a:cubicBezTo>
                    <a:lnTo>
                      <a:pt x="1044" y="2336"/>
                    </a:lnTo>
                    <a:cubicBezTo>
                      <a:pt x="1060" y="2339"/>
                      <a:pt x="1077" y="2343"/>
                      <a:pt x="1093" y="2346"/>
                    </a:cubicBezTo>
                    <a:cubicBezTo>
                      <a:pt x="1105" y="2337"/>
                      <a:pt x="1118" y="2329"/>
                      <a:pt x="1130" y="2320"/>
                    </a:cubicBezTo>
                    <a:lnTo>
                      <a:pt x="1157" y="2275"/>
                    </a:lnTo>
                    <a:cubicBezTo>
                      <a:pt x="1169" y="2257"/>
                      <a:pt x="1182" y="2238"/>
                      <a:pt x="1194" y="2220"/>
                    </a:cubicBezTo>
                    <a:cubicBezTo>
                      <a:pt x="1205" y="2199"/>
                      <a:pt x="1216" y="2177"/>
                      <a:pt x="1227" y="2156"/>
                    </a:cubicBezTo>
                    <a:cubicBezTo>
                      <a:pt x="1234" y="2133"/>
                      <a:pt x="1241" y="2111"/>
                      <a:pt x="1248" y="2088"/>
                    </a:cubicBezTo>
                    <a:lnTo>
                      <a:pt x="1275" y="2022"/>
                    </a:lnTo>
                    <a:cubicBezTo>
                      <a:pt x="1280" y="2002"/>
                      <a:pt x="1286" y="1981"/>
                      <a:pt x="1291" y="1961"/>
                    </a:cubicBezTo>
                    <a:cubicBezTo>
                      <a:pt x="1293" y="1945"/>
                      <a:pt x="1294" y="1929"/>
                      <a:pt x="1296" y="1913"/>
                    </a:cubicBezTo>
                    <a:cubicBezTo>
                      <a:pt x="1294" y="1902"/>
                      <a:pt x="1293" y="1890"/>
                      <a:pt x="1291" y="1879"/>
                    </a:cubicBezTo>
                    <a:lnTo>
                      <a:pt x="1318" y="1876"/>
                    </a:lnTo>
                    <a:cubicBezTo>
                      <a:pt x="1321" y="1874"/>
                      <a:pt x="1325" y="1873"/>
                      <a:pt x="1328" y="1871"/>
                    </a:cubicBezTo>
                    <a:cubicBezTo>
                      <a:pt x="1333" y="1869"/>
                      <a:pt x="1339" y="1868"/>
                      <a:pt x="1344" y="1866"/>
                    </a:cubicBezTo>
                    <a:cubicBezTo>
                      <a:pt x="1346" y="1864"/>
                      <a:pt x="1348" y="1863"/>
                      <a:pt x="1350" y="1861"/>
                    </a:cubicBezTo>
                    <a:cubicBezTo>
                      <a:pt x="1353" y="1859"/>
                      <a:pt x="1357" y="1857"/>
                      <a:pt x="1360" y="1855"/>
                    </a:cubicBezTo>
                    <a:cubicBezTo>
                      <a:pt x="1362" y="1852"/>
                      <a:pt x="1364" y="1850"/>
                      <a:pt x="1366" y="1847"/>
                    </a:cubicBezTo>
                    <a:cubicBezTo>
                      <a:pt x="1370" y="1843"/>
                      <a:pt x="1373" y="1838"/>
                      <a:pt x="1377" y="1834"/>
                    </a:cubicBezTo>
                    <a:cubicBezTo>
                      <a:pt x="1373" y="1823"/>
                      <a:pt x="1370" y="1811"/>
                      <a:pt x="1366" y="1800"/>
                    </a:cubicBezTo>
                    <a:cubicBezTo>
                      <a:pt x="1370" y="1784"/>
                      <a:pt x="1373" y="1768"/>
                      <a:pt x="1377" y="1752"/>
                    </a:cubicBezTo>
                    <a:cubicBezTo>
                      <a:pt x="1384" y="1735"/>
                      <a:pt x="1391" y="1719"/>
                      <a:pt x="1398" y="1702"/>
                    </a:cubicBezTo>
                    <a:cubicBezTo>
                      <a:pt x="1409" y="1685"/>
                      <a:pt x="1419" y="1669"/>
                      <a:pt x="1430" y="1652"/>
                    </a:cubicBezTo>
                    <a:cubicBezTo>
                      <a:pt x="1441" y="1639"/>
                      <a:pt x="1451" y="1626"/>
                      <a:pt x="1462" y="1613"/>
                    </a:cubicBezTo>
                    <a:cubicBezTo>
                      <a:pt x="1476" y="1602"/>
                      <a:pt x="1491" y="1592"/>
                      <a:pt x="1505" y="1581"/>
                    </a:cubicBezTo>
                    <a:lnTo>
                      <a:pt x="1575" y="1554"/>
                    </a:lnTo>
                    <a:lnTo>
                      <a:pt x="1666" y="1536"/>
                    </a:lnTo>
                    <a:cubicBezTo>
                      <a:pt x="1698" y="1533"/>
                      <a:pt x="1730" y="1531"/>
                      <a:pt x="1762" y="1528"/>
                    </a:cubicBezTo>
                    <a:lnTo>
                      <a:pt x="1864" y="1518"/>
                    </a:lnTo>
                    <a:lnTo>
                      <a:pt x="1971" y="1507"/>
                    </a:lnTo>
                    <a:lnTo>
                      <a:pt x="2067" y="1486"/>
                    </a:lnTo>
                    <a:lnTo>
                      <a:pt x="2266" y="1438"/>
                    </a:lnTo>
                    <a:lnTo>
                      <a:pt x="2480" y="1386"/>
                    </a:lnTo>
                    <a:lnTo>
                      <a:pt x="2700" y="1333"/>
                    </a:lnTo>
                    <a:lnTo>
                      <a:pt x="2892" y="1277"/>
                    </a:lnTo>
                    <a:cubicBezTo>
                      <a:pt x="2880" y="1272"/>
                      <a:pt x="2867" y="1267"/>
                      <a:pt x="2855" y="1262"/>
                    </a:cubicBezTo>
                    <a:cubicBezTo>
                      <a:pt x="2882" y="1257"/>
                      <a:pt x="2908" y="1251"/>
                      <a:pt x="2935" y="1246"/>
                    </a:cubicBezTo>
                    <a:lnTo>
                      <a:pt x="2994" y="1222"/>
                    </a:lnTo>
                    <a:lnTo>
                      <a:pt x="3053" y="1193"/>
                    </a:lnTo>
                    <a:cubicBezTo>
                      <a:pt x="3069" y="1182"/>
                      <a:pt x="3085" y="1172"/>
                      <a:pt x="3101" y="1161"/>
                    </a:cubicBezTo>
                    <a:cubicBezTo>
                      <a:pt x="3119" y="1151"/>
                      <a:pt x="3137" y="1140"/>
                      <a:pt x="3155" y="1130"/>
                    </a:cubicBezTo>
                    <a:lnTo>
                      <a:pt x="3208" y="1106"/>
                    </a:lnTo>
                    <a:cubicBezTo>
                      <a:pt x="3219" y="1125"/>
                      <a:pt x="3229" y="1145"/>
                      <a:pt x="3240" y="1164"/>
                    </a:cubicBezTo>
                    <a:cubicBezTo>
                      <a:pt x="3258" y="1182"/>
                      <a:pt x="3276" y="1201"/>
                      <a:pt x="3294" y="1219"/>
                    </a:cubicBezTo>
                    <a:cubicBezTo>
                      <a:pt x="3317" y="1236"/>
                      <a:pt x="3341" y="1252"/>
                      <a:pt x="3364" y="1269"/>
                    </a:cubicBezTo>
                    <a:lnTo>
                      <a:pt x="3433" y="1320"/>
                    </a:lnTo>
                    <a:lnTo>
                      <a:pt x="3492" y="1367"/>
                    </a:lnTo>
                    <a:lnTo>
                      <a:pt x="3610" y="1478"/>
                    </a:lnTo>
                    <a:cubicBezTo>
                      <a:pt x="3646" y="1518"/>
                      <a:pt x="3681" y="1559"/>
                      <a:pt x="3717" y="1599"/>
                    </a:cubicBezTo>
                    <a:cubicBezTo>
                      <a:pt x="3749" y="1640"/>
                      <a:pt x="3782" y="1680"/>
                      <a:pt x="3814" y="1721"/>
                    </a:cubicBezTo>
                    <a:lnTo>
                      <a:pt x="3937" y="1919"/>
                    </a:lnTo>
                    <a:cubicBezTo>
                      <a:pt x="3974" y="1988"/>
                      <a:pt x="4012" y="2056"/>
                      <a:pt x="4049" y="2125"/>
                    </a:cubicBezTo>
                    <a:cubicBezTo>
                      <a:pt x="4079" y="2193"/>
                      <a:pt x="4110" y="2262"/>
                      <a:pt x="4140" y="2330"/>
                    </a:cubicBezTo>
                    <a:cubicBezTo>
                      <a:pt x="4167" y="2401"/>
                      <a:pt x="4194" y="2471"/>
                      <a:pt x="4221" y="2542"/>
                    </a:cubicBezTo>
                    <a:cubicBezTo>
                      <a:pt x="4251" y="2615"/>
                      <a:pt x="4282" y="2688"/>
                      <a:pt x="4312" y="2761"/>
                    </a:cubicBezTo>
                    <a:cubicBezTo>
                      <a:pt x="4344" y="2835"/>
                      <a:pt x="4376" y="2908"/>
                      <a:pt x="4408" y="2982"/>
                    </a:cubicBezTo>
                    <a:cubicBezTo>
                      <a:pt x="4429" y="3026"/>
                      <a:pt x="4451" y="3070"/>
                      <a:pt x="4472" y="3114"/>
                    </a:cubicBezTo>
                    <a:cubicBezTo>
                      <a:pt x="4494" y="3159"/>
                      <a:pt x="4515" y="3204"/>
                      <a:pt x="4537" y="3249"/>
                    </a:cubicBezTo>
                    <a:cubicBezTo>
                      <a:pt x="4553" y="3295"/>
                      <a:pt x="4569" y="3340"/>
                      <a:pt x="4585" y="3386"/>
                    </a:cubicBezTo>
                    <a:cubicBezTo>
                      <a:pt x="4599" y="3433"/>
                      <a:pt x="4614" y="3479"/>
                      <a:pt x="4628" y="3526"/>
                    </a:cubicBezTo>
                    <a:cubicBezTo>
                      <a:pt x="4639" y="3576"/>
                      <a:pt x="4649" y="3626"/>
                      <a:pt x="4660" y="3676"/>
                    </a:cubicBezTo>
                    <a:cubicBezTo>
                      <a:pt x="4665" y="3728"/>
                      <a:pt x="4671" y="3780"/>
                      <a:pt x="4676" y="3832"/>
                    </a:cubicBezTo>
                    <a:lnTo>
                      <a:pt x="5083" y="3861"/>
                    </a:lnTo>
                    <a:cubicBezTo>
                      <a:pt x="5106" y="3858"/>
                      <a:pt x="5130" y="3854"/>
                      <a:pt x="5153" y="3851"/>
                    </a:cubicBezTo>
                    <a:cubicBezTo>
                      <a:pt x="5180" y="3846"/>
                      <a:pt x="5206" y="3842"/>
                      <a:pt x="5233" y="3837"/>
                    </a:cubicBezTo>
                    <a:cubicBezTo>
                      <a:pt x="5262" y="3835"/>
                      <a:pt x="5290" y="3832"/>
                      <a:pt x="5319" y="3830"/>
                    </a:cubicBezTo>
                    <a:lnTo>
                      <a:pt x="5404" y="3827"/>
                    </a:lnTo>
                    <a:cubicBezTo>
                      <a:pt x="5429" y="3830"/>
                      <a:pt x="5454" y="3834"/>
                      <a:pt x="5479" y="3837"/>
                    </a:cubicBezTo>
                    <a:lnTo>
                      <a:pt x="5554" y="3861"/>
                    </a:lnTo>
                    <a:lnTo>
                      <a:pt x="5624" y="3840"/>
                    </a:lnTo>
                    <a:cubicBezTo>
                      <a:pt x="5653" y="3837"/>
                      <a:pt x="5681" y="3833"/>
                      <a:pt x="5710" y="3830"/>
                    </a:cubicBezTo>
                    <a:lnTo>
                      <a:pt x="5790" y="3827"/>
                    </a:lnTo>
                    <a:cubicBezTo>
                      <a:pt x="5820" y="3824"/>
                      <a:pt x="5851" y="3822"/>
                      <a:pt x="5881" y="3819"/>
                    </a:cubicBezTo>
                    <a:cubicBezTo>
                      <a:pt x="5908" y="3815"/>
                      <a:pt x="5934" y="3810"/>
                      <a:pt x="5961" y="3806"/>
                    </a:cubicBezTo>
                    <a:lnTo>
                      <a:pt x="6149" y="3758"/>
                    </a:lnTo>
                    <a:lnTo>
                      <a:pt x="6347" y="3703"/>
                    </a:lnTo>
                    <a:lnTo>
                      <a:pt x="6545" y="3653"/>
                    </a:lnTo>
                    <a:cubicBezTo>
                      <a:pt x="6542" y="3622"/>
                      <a:pt x="6538" y="3591"/>
                      <a:pt x="6535" y="3560"/>
                    </a:cubicBezTo>
                    <a:cubicBezTo>
                      <a:pt x="6522" y="3530"/>
                      <a:pt x="6510" y="3501"/>
                      <a:pt x="6497" y="3471"/>
                    </a:cubicBezTo>
                    <a:cubicBezTo>
                      <a:pt x="6477" y="3440"/>
                      <a:pt x="6458" y="3409"/>
                      <a:pt x="6438" y="3378"/>
                    </a:cubicBezTo>
                    <a:cubicBezTo>
                      <a:pt x="6411" y="3348"/>
                      <a:pt x="6385" y="3318"/>
                      <a:pt x="6358" y="3288"/>
                    </a:cubicBezTo>
                    <a:lnTo>
                      <a:pt x="6277" y="3204"/>
                    </a:lnTo>
                    <a:cubicBezTo>
                      <a:pt x="6249" y="3176"/>
                      <a:pt x="6220" y="3148"/>
                      <a:pt x="6192" y="3120"/>
                    </a:cubicBezTo>
                    <a:cubicBezTo>
                      <a:pt x="6169" y="3094"/>
                      <a:pt x="6145" y="3069"/>
                      <a:pt x="6122" y="3043"/>
                    </a:cubicBezTo>
                    <a:lnTo>
                      <a:pt x="5908" y="2784"/>
                    </a:lnTo>
                    <a:lnTo>
                      <a:pt x="5710" y="2531"/>
                    </a:lnTo>
                    <a:lnTo>
                      <a:pt x="5522" y="2267"/>
                    </a:lnTo>
                    <a:lnTo>
                      <a:pt x="5201" y="1705"/>
                    </a:lnTo>
                    <a:lnTo>
                      <a:pt x="5104" y="1602"/>
                    </a:lnTo>
                    <a:lnTo>
                      <a:pt x="4992" y="1496"/>
                    </a:lnTo>
                    <a:lnTo>
                      <a:pt x="4879" y="1394"/>
                    </a:lnTo>
                    <a:lnTo>
                      <a:pt x="4778" y="1298"/>
                    </a:lnTo>
                    <a:cubicBezTo>
                      <a:pt x="4749" y="1248"/>
                      <a:pt x="4721" y="1198"/>
                      <a:pt x="4692" y="1148"/>
                    </a:cubicBezTo>
                    <a:lnTo>
                      <a:pt x="4746" y="1130"/>
                    </a:lnTo>
                    <a:cubicBezTo>
                      <a:pt x="4758" y="1138"/>
                      <a:pt x="4771" y="1145"/>
                      <a:pt x="4783" y="1153"/>
                    </a:cubicBezTo>
                    <a:lnTo>
                      <a:pt x="4847" y="1174"/>
                    </a:lnTo>
                    <a:cubicBezTo>
                      <a:pt x="4865" y="1180"/>
                      <a:pt x="4883" y="1187"/>
                      <a:pt x="4901" y="1193"/>
                    </a:cubicBezTo>
                    <a:cubicBezTo>
                      <a:pt x="4921" y="1198"/>
                      <a:pt x="4940" y="1204"/>
                      <a:pt x="4960" y="1209"/>
                    </a:cubicBezTo>
                    <a:cubicBezTo>
                      <a:pt x="4953" y="1218"/>
                      <a:pt x="4945" y="1226"/>
                      <a:pt x="4938" y="1235"/>
                    </a:cubicBezTo>
                    <a:lnTo>
                      <a:pt x="5099" y="1288"/>
                    </a:lnTo>
                    <a:lnTo>
                      <a:pt x="5206" y="1288"/>
                    </a:lnTo>
                    <a:lnTo>
                      <a:pt x="5345" y="1285"/>
                    </a:lnTo>
                    <a:lnTo>
                      <a:pt x="5506" y="1280"/>
                    </a:lnTo>
                    <a:lnTo>
                      <a:pt x="5672" y="1280"/>
                    </a:lnTo>
                    <a:lnTo>
                      <a:pt x="5838" y="1280"/>
                    </a:lnTo>
                    <a:lnTo>
                      <a:pt x="5994" y="1280"/>
                    </a:lnTo>
                    <a:lnTo>
                      <a:pt x="6133" y="1288"/>
                    </a:lnTo>
                    <a:lnTo>
                      <a:pt x="6240" y="1293"/>
                    </a:lnTo>
                    <a:cubicBezTo>
                      <a:pt x="6265" y="1297"/>
                      <a:pt x="6290" y="1300"/>
                      <a:pt x="6315" y="1304"/>
                    </a:cubicBezTo>
                    <a:lnTo>
                      <a:pt x="6395" y="1328"/>
                    </a:lnTo>
                    <a:cubicBezTo>
                      <a:pt x="6411" y="1338"/>
                      <a:pt x="6427" y="1347"/>
                      <a:pt x="6443" y="1357"/>
                    </a:cubicBezTo>
                    <a:cubicBezTo>
                      <a:pt x="6452" y="1365"/>
                      <a:pt x="6461" y="1372"/>
                      <a:pt x="6470" y="1380"/>
                    </a:cubicBezTo>
                    <a:cubicBezTo>
                      <a:pt x="6477" y="1390"/>
                      <a:pt x="6485" y="1399"/>
                      <a:pt x="6492" y="1409"/>
                    </a:cubicBezTo>
                    <a:lnTo>
                      <a:pt x="6518" y="1441"/>
                    </a:lnTo>
                    <a:lnTo>
                      <a:pt x="6561" y="1478"/>
                    </a:lnTo>
                    <a:cubicBezTo>
                      <a:pt x="6572" y="1483"/>
                      <a:pt x="6582" y="1489"/>
                      <a:pt x="6593" y="1494"/>
                    </a:cubicBezTo>
                    <a:cubicBezTo>
                      <a:pt x="6607" y="1496"/>
                      <a:pt x="6622" y="1497"/>
                      <a:pt x="6636" y="1499"/>
                    </a:cubicBezTo>
                    <a:lnTo>
                      <a:pt x="6685" y="1502"/>
                    </a:lnTo>
                    <a:cubicBezTo>
                      <a:pt x="6703" y="1504"/>
                      <a:pt x="6720" y="1505"/>
                      <a:pt x="6738" y="1507"/>
                    </a:cubicBezTo>
                    <a:cubicBezTo>
                      <a:pt x="6756" y="1509"/>
                      <a:pt x="6774" y="1510"/>
                      <a:pt x="6792" y="1512"/>
                    </a:cubicBezTo>
                    <a:lnTo>
                      <a:pt x="6845" y="1565"/>
                    </a:lnTo>
                    <a:cubicBezTo>
                      <a:pt x="6856" y="1567"/>
                      <a:pt x="6866" y="1568"/>
                      <a:pt x="6877" y="1570"/>
                    </a:cubicBezTo>
                    <a:lnTo>
                      <a:pt x="6947" y="1570"/>
                    </a:lnTo>
                    <a:lnTo>
                      <a:pt x="7038" y="1576"/>
                    </a:lnTo>
                    <a:lnTo>
                      <a:pt x="7134" y="1576"/>
                    </a:lnTo>
                    <a:cubicBezTo>
                      <a:pt x="7164" y="1577"/>
                      <a:pt x="7195" y="1577"/>
                      <a:pt x="7225" y="1578"/>
                    </a:cubicBezTo>
                    <a:lnTo>
                      <a:pt x="7300" y="1581"/>
                    </a:lnTo>
                    <a:cubicBezTo>
                      <a:pt x="7331" y="1585"/>
                      <a:pt x="7361" y="1590"/>
                      <a:pt x="7392" y="1594"/>
                    </a:cubicBezTo>
                    <a:lnTo>
                      <a:pt x="7504" y="1610"/>
                    </a:lnTo>
                    <a:lnTo>
                      <a:pt x="7616" y="1623"/>
                    </a:lnTo>
                    <a:lnTo>
                      <a:pt x="7724" y="1636"/>
                    </a:lnTo>
                    <a:cubicBezTo>
                      <a:pt x="7754" y="1639"/>
                      <a:pt x="7785" y="1641"/>
                      <a:pt x="7815" y="1644"/>
                    </a:cubicBezTo>
                    <a:lnTo>
                      <a:pt x="7922" y="1647"/>
                    </a:lnTo>
                    <a:lnTo>
                      <a:pt x="8040" y="1647"/>
                    </a:lnTo>
                    <a:lnTo>
                      <a:pt x="8163" y="1644"/>
                    </a:lnTo>
                    <a:lnTo>
                      <a:pt x="8275" y="1644"/>
                    </a:lnTo>
                    <a:lnTo>
                      <a:pt x="8377" y="1652"/>
                    </a:lnTo>
                    <a:cubicBezTo>
                      <a:pt x="8386" y="1642"/>
                      <a:pt x="8395" y="1633"/>
                      <a:pt x="8404" y="1623"/>
                    </a:cubicBezTo>
                    <a:cubicBezTo>
                      <a:pt x="8418" y="1616"/>
                      <a:pt x="8433" y="1609"/>
                      <a:pt x="8447" y="1602"/>
                    </a:cubicBezTo>
                    <a:cubicBezTo>
                      <a:pt x="8461" y="1594"/>
                      <a:pt x="8476" y="1586"/>
                      <a:pt x="8490" y="1578"/>
                    </a:cubicBezTo>
                    <a:cubicBezTo>
                      <a:pt x="8499" y="1571"/>
                      <a:pt x="8507" y="1564"/>
                      <a:pt x="8516" y="1557"/>
                    </a:cubicBezTo>
                    <a:cubicBezTo>
                      <a:pt x="8525" y="1547"/>
                      <a:pt x="8534" y="1538"/>
                      <a:pt x="8543" y="1528"/>
                    </a:cubicBezTo>
                    <a:cubicBezTo>
                      <a:pt x="8545" y="1518"/>
                      <a:pt x="8546" y="1509"/>
                      <a:pt x="8548" y="1499"/>
                    </a:cubicBezTo>
                    <a:cubicBezTo>
                      <a:pt x="8546" y="1492"/>
                      <a:pt x="8545" y="1485"/>
                      <a:pt x="8543" y="1478"/>
                    </a:cubicBezTo>
                    <a:lnTo>
                      <a:pt x="8543" y="1454"/>
                    </a:lnTo>
                    <a:cubicBezTo>
                      <a:pt x="8545" y="1444"/>
                      <a:pt x="8546" y="1435"/>
                      <a:pt x="8548" y="1425"/>
                    </a:cubicBezTo>
                    <a:cubicBezTo>
                      <a:pt x="8555" y="1411"/>
                      <a:pt x="8563" y="1397"/>
                      <a:pt x="8570" y="1383"/>
                    </a:cubicBezTo>
                    <a:cubicBezTo>
                      <a:pt x="8590" y="1362"/>
                      <a:pt x="8609" y="1341"/>
                      <a:pt x="8629" y="1320"/>
                    </a:cubicBezTo>
                    <a:cubicBezTo>
                      <a:pt x="8652" y="1299"/>
                      <a:pt x="8675" y="1277"/>
                      <a:pt x="8698" y="1256"/>
                    </a:cubicBezTo>
                    <a:cubicBezTo>
                      <a:pt x="8714" y="1235"/>
                      <a:pt x="8731" y="1214"/>
                      <a:pt x="8747" y="1193"/>
                    </a:cubicBezTo>
                    <a:lnTo>
                      <a:pt x="8768" y="1148"/>
                    </a:lnTo>
                    <a:cubicBezTo>
                      <a:pt x="8775" y="1130"/>
                      <a:pt x="8783" y="1111"/>
                      <a:pt x="8790" y="1093"/>
                    </a:cubicBezTo>
                    <a:cubicBezTo>
                      <a:pt x="8793" y="1074"/>
                      <a:pt x="8797" y="1056"/>
                      <a:pt x="8800" y="1037"/>
                    </a:cubicBezTo>
                    <a:cubicBezTo>
                      <a:pt x="8807" y="1019"/>
                      <a:pt x="8815" y="1002"/>
                      <a:pt x="8822" y="984"/>
                    </a:cubicBezTo>
                    <a:cubicBezTo>
                      <a:pt x="8829" y="968"/>
                      <a:pt x="8836" y="953"/>
                      <a:pt x="8843" y="937"/>
                    </a:cubicBezTo>
                    <a:cubicBezTo>
                      <a:pt x="8852" y="924"/>
                      <a:pt x="8861" y="910"/>
                      <a:pt x="8870" y="897"/>
                    </a:cubicBezTo>
                    <a:cubicBezTo>
                      <a:pt x="8884" y="887"/>
                      <a:pt x="8899" y="878"/>
                      <a:pt x="8913" y="868"/>
                    </a:cubicBezTo>
                    <a:cubicBezTo>
                      <a:pt x="8929" y="858"/>
                      <a:pt x="8945" y="847"/>
                      <a:pt x="8961" y="837"/>
                    </a:cubicBezTo>
                    <a:lnTo>
                      <a:pt x="8993" y="802"/>
                    </a:lnTo>
                    <a:lnTo>
                      <a:pt x="9014" y="757"/>
                    </a:lnTo>
                    <a:lnTo>
                      <a:pt x="9014" y="723"/>
                    </a:lnTo>
                    <a:lnTo>
                      <a:pt x="9014" y="694"/>
                    </a:lnTo>
                    <a:cubicBezTo>
                      <a:pt x="9012" y="683"/>
                      <a:pt x="9011" y="673"/>
                      <a:pt x="9009" y="662"/>
                    </a:cubicBezTo>
                    <a:cubicBezTo>
                      <a:pt x="9007" y="652"/>
                      <a:pt x="9006" y="641"/>
                      <a:pt x="9004" y="631"/>
                    </a:cubicBezTo>
                    <a:cubicBezTo>
                      <a:pt x="9007" y="619"/>
                      <a:pt x="9011" y="606"/>
                      <a:pt x="9014" y="594"/>
                    </a:cubicBezTo>
                    <a:lnTo>
                      <a:pt x="8886" y="538"/>
                    </a:lnTo>
                    <a:lnTo>
                      <a:pt x="8757" y="478"/>
                    </a:lnTo>
                    <a:lnTo>
                      <a:pt x="8650" y="412"/>
                    </a:lnTo>
                    <a:cubicBezTo>
                      <a:pt x="8620" y="387"/>
                      <a:pt x="8589" y="363"/>
                      <a:pt x="8559" y="338"/>
                    </a:cubicBezTo>
                    <a:cubicBezTo>
                      <a:pt x="8534" y="310"/>
                      <a:pt x="8509" y="281"/>
                      <a:pt x="8484" y="253"/>
                    </a:cubicBezTo>
                    <a:cubicBezTo>
                      <a:pt x="8456" y="207"/>
                      <a:pt x="8427" y="162"/>
                      <a:pt x="8399" y="116"/>
                    </a:cubicBezTo>
                    <a:lnTo>
                      <a:pt x="8468" y="92"/>
                    </a:lnTo>
                    <a:cubicBezTo>
                      <a:pt x="8495" y="89"/>
                      <a:pt x="8521" y="85"/>
                      <a:pt x="8548" y="82"/>
                    </a:cubicBezTo>
                    <a:lnTo>
                      <a:pt x="8640" y="61"/>
                    </a:lnTo>
                    <a:lnTo>
                      <a:pt x="8698" y="3"/>
                    </a:lnTo>
                    <a:lnTo>
                      <a:pt x="877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12" name="Freeform 19">
                <a:extLst>
                  <a:ext uri="{FF2B5EF4-FFF2-40B4-BE49-F238E27FC236}">
                    <a16:creationId xmlns:a16="http://schemas.microsoft.com/office/drawing/2014/main" id="{20E04FEE-CE87-6E16-F35F-E3350F3E1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318" y="1512649"/>
                <a:ext cx="554512" cy="743794"/>
              </a:xfrm>
              <a:custGeom>
                <a:avLst/>
                <a:gdLst>
                  <a:gd name="T0" fmla="*/ 273 w 417"/>
                  <a:gd name="T1" fmla="*/ 17 h 560"/>
                  <a:gd name="T2" fmla="*/ 290 w 417"/>
                  <a:gd name="T3" fmla="*/ 37 h 560"/>
                  <a:gd name="T4" fmla="*/ 301 w 417"/>
                  <a:gd name="T5" fmla="*/ 61 h 560"/>
                  <a:gd name="T6" fmla="*/ 339 w 417"/>
                  <a:gd name="T7" fmla="*/ 92 h 560"/>
                  <a:gd name="T8" fmla="*/ 364 w 417"/>
                  <a:gd name="T9" fmla="*/ 121 h 560"/>
                  <a:gd name="T10" fmla="*/ 385 w 417"/>
                  <a:gd name="T11" fmla="*/ 160 h 560"/>
                  <a:gd name="T12" fmla="*/ 393 w 417"/>
                  <a:gd name="T13" fmla="*/ 224 h 560"/>
                  <a:gd name="T14" fmla="*/ 402 w 417"/>
                  <a:gd name="T15" fmla="*/ 251 h 560"/>
                  <a:gd name="T16" fmla="*/ 411 w 417"/>
                  <a:gd name="T17" fmla="*/ 272 h 560"/>
                  <a:gd name="T18" fmla="*/ 417 w 417"/>
                  <a:gd name="T19" fmla="*/ 292 h 560"/>
                  <a:gd name="T20" fmla="*/ 416 w 417"/>
                  <a:gd name="T21" fmla="*/ 321 h 560"/>
                  <a:gd name="T22" fmla="*/ 408 w 417"/>
                  <a:gd name="T23" fmla="*/ 365 h 560"/>
                  <a:gd name="T24" fmla="*/ 408 w 417"/>
                  <a:gd name="T25" fmla="*/ 400 h 560"/>
                  <a:gd name="T26" fmla="*/ 409 w 417"/>
                  <a:gd name="T27" fmla="*/ 426 h 560"/>
                  <a:gd name="T28" fmla="*/ 402 w 417"/>
                  <a:gd name="T29" fmla="*/ 448 h 560"/>
                  <a:gd name="T30" fmla="*/ 372 w 417"/>
                  <a:gd name="T31" fmla="*/ 474 h 560"/>
                  <a:gd name="T32" fmla="*/ 380 w 417"/>
                  <a:gd name="T33" fmla="*/ 510 h 560"/>
                  <a:gd name="T34" fmla="*/ 382 w 417"/>
                  <a:gd name="T35" fmla="*/ 521 h 560"/>
                  <a:gd name="T36" fmla="*/ 374 w 417"/>
                  <a:gd name="T37" fmla="*/ 539 h 560"/>
                  <a:gd name="T38" fmla="*/ 361 w 417"/>
                  <a:gd name="T39" fmla="*/ 554 h 560"/>
                  <a:gd name="T40" fmla="*/ 336 w 417"/>
                  <a:gd name="T41" fmla="*/ 552 h 560"/>
                  <a:gd name="T42" fmla="*/ 288 w 417"/>
                  <a:gd name="T43" fmla="*/ 539 h 560"/>
                  <a:gd name="T44" fmla="*/ 232 w 417"/>
                  <a:gd name="T45" fmla="*/ 526 h 560"/>
                  <a:gd name="T46" fmla="*/ 179 w 417"/>
                  <a:gd name="T47" fmla="*/ 512 h 560"/>
                  <a:gd name="T48" fmla="*/ 141 w 417"/>
                  <a:gd name="T49" fmla="*/ 494 h 560"/>
                  <a:gd name="T50" fmla="*/ 130 w 417"/>
                  <a:gd name="T51" fmla="*/ 474 h 560"/>
                  <a:gd name="T52" fmla="*/ 130 w 417"/>
                  <a:gd name="T53" fmla="*/ 457 h 560"/>
                  <a:gd name="T54" fmla="*/ 115 w 417"/>
                  <a:gd name="T55" fmla="*/ 431 h 560"/>
                  <a:gd name="T56" fmla="*/ 75 w 417"/>
                  <a:gd name="T57" fmla="*/ 390 h 560"/>
                  <a:gd name="T58" fmla="*/ 36 w 417"/>
                  <a:gd name="T59" fmla="*/ 352 h 560"/>
                  <a:gd name="T60" fmla="*/ 12 w 417"/>
                  <a:gd name="T61" fmla="*/ 307 h 560"/>
                  <a:gd name="T62" fmla="*/ 0 w 417"/>
                  <a:gd name="T63" fmla="*/ 248 h 560"/>
                  <a:gd name="T64" fmla="*/ 4 w 417"/>
                  <a:gd name="T65" fmla="*/ 187 h 560"/>
                  <a:gd name="T66" fmla="*/ 20 w 417"/>
                  <a:gd name="T67" fmla="*/ 135 h 560"/>
                  <a:gd name="T68" fmla="*/ 26 w 417"/>
                  <a:gd name="T69" fmla="*/ 105 h 560"/>
                  <a:gd name="T70" fmla="*/ 39 w 417"/>
                  <a:gd name="T71" fmla="*/ 101 h 560"/>
                  <a:gd name="T72" fmla="*/ 51 w 417"/>
                  <a:gd name="T73" fmla="*/ 84 h 560"/>
                  <a:gd name="T74" fmla="*/ 62 w 417"/>
                  <a:gd name="T75" fmla="*/ 70 h 560"/>
                  <a:gd name="T76" fmla="*/ 104 w 417"/>
                  <a:gd name="T77" fmla="*/ 51 h 560"/>
                  <a:gd name="T78" fmla="*/ 128 w 417"/>
                  <a:gd name="T79" fmla="*/ 40 h 560"/>
                  <a:gd name="T80" fmla="*/ 141 w 417"/>
                  <a:gd name="T81" fmla="*/ 25 h 560"/>
                  <a:gd name="T82" fmla="*/ 154 w 417"/>
                  <a:gd name="T83" fmla="*/ 27 h 560"/>
                  <a:gd name="T84" fmla="*/ 163 w 417"/>
                  <a:gd name="T85" fmla="*/ 25 h 560"/>
                  <a:gd name="T86" fmla="*/ 166 w 417"/>
                  <a:gd name="T87" fmla="*/ 18 h 560"/>
                  <a:gd name="T88" fmla="*/ 171 w 417"/>
                  <a:gd name="T89" fmla="*/ 16 h 560"/>
                  <a:gd name="T90" fmla="*/ 181 w 417"/>
                  <a:gd name="T91" fmla="*/ 13 h 560"/>
                  <a:gd name="T92" fmla="*/ 207 w 417"/>
                  <a:gd name="T93" fmla="*/ 5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17" h="560">
                    <a:moveTo>
                      <a:pt x="220" y="0"/>
                    </a:moveTo>
                    <a:lnTo>
                      <a:pt x="273" y="17"/>
                    </a:lnTo>
                    <a:lnTo>
                      <a:pt x="284" y="25"/>
                    </a:lnTo>
                    <a:lnTo>
                      <a:pt x="290" y="37"/>
                    </a:lnTo>
                    <a:lnTo>
                      <a:pt x="295" y="48"/>
                    </a:lnTo>
                    <a:lnTo>
                      <a:pt x="301" y="61"/>
                    </a:lnTo>
                    <a:lnTo>
                      <a:pt x="306" y="73"/>
                    </a:lnTo>
                    <a:lnTo>
                      <a:pt x="339" y="92"/>
                    </a:lnTo>
                    <a:lnTo>
                      <a:pt x="351" y="104"/>
                    </a:lnTo>
                    <a:lnTo>
                      <a:pt x="364" y="121"/>
                    </a:lnTo>
                    <a:lnTo>
                      <a:pt x="376" y="140"/>
                    </a:lnTo>
                    <a:lnTo>
                      <a:pt x="385" y="160"/>
                    </a:lnTo>
                    <a:lnTo>
                      <a:pt x="393" y="175"/>
                    </a:lnTo>
                    <a:lnTo>
                      <a:pt x="393" y="224"/>
                    </a:lnTo>
                    <a:lnTo>
                      <a:pt x="396" y="240"/>
                    </a:lnTo>
                    <a:lnTo>
                      <a:pt x="402" y="251"/>
                    </a:lnTo>
                    <a:lnTo>
                      <a:pt x="407" y="262"/>
                    </a:lnTo>
                    <a:lnTo>
                      <a:pt x="411" y="272"/>
                    </a:lnTo>
                    <a:lnTo>
                      <a:pt x="415" y="281"/>
                    </a:lnTo>
                    <a:lnTo>
                      <a:pt x="417" y="292"/>
                    </a:lnTo>
                    <a:lnTo>
                      <a:pt x="417" y="305"/>
                    </a:lnTo>
                    <a:lnTo>
                      <a:pt x="416" y="321"/>
                    </a:lnTo>
                    <a:lnTo>
                      <a:pt x="412" y="343"/>
                    </a:lnTo>
                    <a:lnTo>
                      <a:pt x="408" y="365"/>
                    </a:lnTo>
                    <a:lnTo>
                      <a:pt x="408" y="385"/>
                    </a:lnTo>
                    <a:lnTo>
                      <a:pt x="408" y="400"/>
                    </a:lnTo>
                    <a:lnTo>
                      <a:pt x="409" y="413"/>
                    </a:lnTo>
                    <a:lnTo>
                      <a:pt x="409" y="426"/>
                    </a:lnTo>
                    <a:lnTo>
                      <a:pt x="407" y="437"/>
                    </a:lnTo>
                    <a:lnTo>
                      <a:pt x="402" y="448"/>
                    </a:lnTo>
                    <a:lnTo>
                      <a:pt x="390" y="460"/>
                    </a:lnTo>
                    <a:lnTo>
                      <a:pt x="372" y="474"/>
                    </a:lnTo>
                    <a:lnTo>
                      <a:pt x="372" y="508"/>
                    </a:lnTo>
                    <a:lnTo>
                      <a:pt x="380" y="510"/>
                    </a:lnTo>
                    <a:lnTo>
                      <a:pt x="382" y="514"/>
                    </a:lnTo>
                    <a:lnTo>
                      <a:pt x="382" y="521"/>
                    </a:lnTo>
                    <a:lnTo>
                      <a:pt x="382" y="530"/>
                    </a:lnTo>
                    <a:lnTo>
                      <a:pt x="374" y="539"/>
                    </a:lnTo>
                    <a:lnTo>
                      <a:pt x="369" y="547"/>
                    </a:lnTo>
                    <a:lnTo>
                      <a:pt x="361" y="554"/>
                    </a:lnTo>
                    <a:lnTo>
                      <a:pt x="352" y="560"/>
                    </a:lnTo>
                    <a:lnTo>
                      <a:pt x="336" y="552"/>
                    </a:lnTo>
                    <a:lnTo>
                      <a:pt x="314" y="545"/>
                    </a:lnTo>
                    <a:lnTo>
                      <a:pt x="288" y="539"/>
                    </a:lnTo>
                    <a:lnTo>
                      <a:pt x="260" y="532"/>
                    </a:lnTo>
                    <a:lnTo>
                      <a:pt x="232" y="526"/>
                    </a:lnTo>
                    <a:lnTo>
                      <a:pt x="205" y="519"/>
                    </a:lnTo>
                    <a:lnTo>
                      <a:pt x="179" y="512"/>
                    </a:lnTo>
                    <a:lnTo>
                      <a:pt x="158" y="503"/>
                    </a:lnTo>
                    <a:lnTo>
                      <a:pt x="141" y="494"/>
                    </a:lnTo>
                    <a:lnTo>
                      <a:pt x="132" y="481"/>
                    </a:lnTo>
                    <a:lnTo>
                      <a:pt x="130" y="474"/>
                    </a:lnTo>
                    <a:lnTo>
                      <a:pt x="130" y="465"/>
                    </a:lnTo>
                    <a:lnTo>
                      <a:pt x="130" y="457"/>
                    </a:lnTo>
                    <a:lnTo>
                      <a:pt x="128" y="451"/>
                    </a:lnTo>
                    <a:lnTo>
                      <a:pt x="115" y="431"/>
                    </a:lnTo>
                    <a:lnTo>
                      <a:pt x="96" y="411"/>
                    </a:lnTo>
                    <a:lnTo>
                      <a:pt x="75" y="390"/>
                    </a:lnTo>
                    <a:lnTo>
                      <a:pt x="53" y="371"/>
                    </a:lnTo>
                    <a:lnTo>
                      <a:pt x="36" y="352"/>
                    </a:lnTo>
                    <a:lnTo>
                      <a:pt x="22" y="332"/>
                    </a:lnTo>
                    <a:lnTo>
                      <a:pt x="12" y="307"/>
                    </a:lnTo>
                    <a:lnTo>
                      <a:pt x="4" y="279"/>
                    </a:lnTo>
                    <a:lnTo>
                      <a:pt x="0" y="248"/>
                    </a:lnTo>
                    <a:lnTo>
                      <a:pt x="0" y="216"/>
                    </a:lnTo>
                    <a:lnTo>
                      <a:pt x="4" y="187"/>
                    </a:lnTo>
                    <a:lnTo>
                      <a:pt x="11" y="158"/>
                    </a:lnTo>
                    <a:lnTo>
                      <a:pt x="20" y="135"/>
                    </a:lnTo>
                    <a:lnTo>
                      <a:pt x="33" y="116"/>
                    </a:lnTo>
                    <a:lnTo>
                      <a:pt x="26" y="105"/>
                    </a:lnTo>
                    <a:lnTo>
                      <a:pt x="30" y="105"/>
                    </a:lnTo>
                    <a:lnTo>
                      <a:pt x="39" y="101"/>
                    </a:lnTo>
                    <a:lnTo>
                      <a:pt x="45" y="93"/>
                    </a:lnTo>
                    <a:lnTo>
                      <a:pt x="51" y="84"/>
                    </a:lnTo>
                    <a:lnTo>
                      <a:pt x="56" y="77"/>
                    </a:lnTo>
                    <a:lnTo>
                      <a:pt x="62" y="70"/>
                    </a:lnTo>
                    <a:lnTo>
                      <a:pt x="83" y="59"/>
                    </a:lnTo>
                    <a:lnTo>
                      <a:pt x="104" y="51"/>
                    </a:lnTo>
                    <a:lnTo>
                      <a:pt x="126" y="40"/>
                    </a:lnTo>
                    <a:lnTo>
                      <a:pt x="128" y="40"/>
                    </a:lnTo>
                    <a:lnTo>
                      <a:pt x="132" y="24"/>
                    </a:lnTo>
                    <a:lnTo>
                      <a:pt x="141" y="25"/>
                    </a:lnTo>
                    <a:lnTo>
                      <a:pt x="148" y="26"/>
                    </a:lnTo>
                    <a:lnTo>
                      <a:pt x="154" y="27"/>
                    </a:lnTo>
                    <a:lnTo>
                      <a:pt x="162" y="30"/>
                    </a:lnTo>
                    <a:lnTo>
                      <a:pt x="163" y="25"/>
                    </a:lnTo>
                    <a:lnTo>
                      <a:pt x="165" y="21"/>
                    </a:lnTo>
                    <a:lnTo>
                      <a:pt x="166" y="18"/>
                    </a:lnTo>
                    <a:lnTo>
                      <a:pt x="168" y="17"/>
                    </a:lnTo>
                    <a:lnTo>
                      <a:pt x="171" y="16"/>
                    </a:lnTo>
                    <a:lnTo>
                      <a:pt x="175" y="15"/>
                    </a:lnTo>
                    <a:lnTo>
                      <a:pt x="181" y="13"/>
                    </a:lnTo>
                    <a:lnTo>
                      <a:pt x="194" y="9"/>
                    </a:lnTo>
                    <a:lnTo>
                      <a:pt x="207" y="5"/>
                    </a:lnTo>
                    <a:lnTo>
                      <a:pt x="2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21" name="Freeform 28">
                <a:extLst>
                  <a:ext uri="{FF2B5EF4-FFF2-40B4-BE49-F238E27FC236}">
                    <a16:creationId xmlns:a16="http://schemas.microsoft.com/office/drawing/2014/main" id="{6364D0A3-9A47-09F9-1AF3-F00648562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221" y="2265968"/>
                <a:ext cx="449091" cy="1324957"/>
              </a:xfrm>
              <a:custGeom>
                <a:avLst/>
                <a:gdLst>
                  <a:gd name="T0" fmla="*/ 83 w 323"/>
                  <a:gd name="T1" fmla="*/ 8 h 952"/>
                  <a:gd name="T2" fmla="*/ 95 w 323"/>
                  <a:gd name="T3" fmla="*/ 19 h 952"/>
                  <a:gd name="T4" fmla="*/ 91 w 323"/>
                  <a:gd name="T5" fmla="*/ 37 h 952"/>
                  <a:gd name="T6" fmla="*/ 88 w 323"/>
                  <a:gd name="T7" fmla="*/ 55 h 952"/>
                  <a:gd name="T8" fmla="*/ 88 w 323"/>
                  <a:gd name="T9" fmla="*/ 60 h 952"/>
                  <a:gd name="T10" fmla="*/ 96 w 323"/>
                  <a:gd name="T11" fmla="*/ 90 h 952"/>
                  <a:gd name="T12" fmla="*/ 110 w 323"/>
                  <a:gd name="T13" fmla="*/ 113 h 952"/>
                  <a:gd name="T14" fmla="*/ 118 w 323"/>
                  <a:gd name="T15" fmla="*/ 122 h 952"/>
                  <a:gd name="T16" fmla="*/ 141 w 323"/>
                  <a:gd name="T17" fmla="*/ 148 h 952"/>
                  <a:gd name="T18" fmla="*/ 148 w 323"/>
                  <a:gd name="T19" fmla="*/ 158 h 952"/>
                  <a:gd name="T20" fmla="*/ 174 w 323"/>
                  <a:gd name="T21" fmla="*/ 215 h 952"/>
                  <a:gd name="T22" fmla="*/ 198 w 323"/>
                  <a:gd name="T23" fmla="*/ 275 h 952"/>
                  <a:gd name="T24" fmla="*/ 219 w 323"/>
                  <a:gd name="T25" fmla="*/ 333 h 952"/>
                  <a:gd name="T26" fmla="*/ 236 w 323"/>
                  <a:gd name="T27" fmla="*/ 382 h 952"/>
                  <a:gd name="T28" fmla="*/ 246 w 323"/>
                  <a:gd name="T29" fmla="*/ 416 h 952"/>
                  <a:gd name="T30" fmla="*/ 250 w 323"/>
                  <a:gd name="T31" fmla="*/ 429 h 952"/>
                  <a:gd name="T32" fmla="*/ 264 w 323"/>
                  <a:gd name="T33" fmla="*/ 481 h 952"/>
                  <a:gd name="T34" fmla="*/ 279 w 323"/>
                  <a:gd name="T35" fmla="*/ 548 h 952"/>
                  <a:gd name="T36" fmla="*/ 292 w 323"/>
                  <a:gd name="T37" fmla="*/ 623 h 952"/>
                  <a:gd name="T38" fmla="*/ 302 w 323"/>
                  <a:gd name="T39" fmla="*/ 698 h 952"/>
                  <a:gd name="T40" fmla="*/ 312 w 323"/>
                  <a:gd name="T41" fmla="*/ 767 h 952"/>
                  <a:gd name="T42" fmla="*/ 319 w 323"/>
                  <a:gd name="T43" fmla="*/ 820 h 952"/>
                  <a:gd name="T44" fmla="*/ 323 w 323"/>
                  <a:gd name="T45" fmla="*/ 850 h 952"/>
                  <a:gd name="T46" fmla="*/ 273 w 323"/>
                  <a:gd name="T47" fmla="*/ 952 h 952"/>
                  <a:gd name="T48" fmla="*/ 178 w 323"/>
                  <a:gd name="T49" fmla="*/ 860 h 952"/>
                  <a:gd name="T50" fmla="*/ 165 w 323"/>
                  <a:gd name="T51" fmla="*/ 709 h 952"/>
                  <a:gd name="T52" fmla="*/ 158 w 323"/>
                  <a:gd name="T53" fmla="*/ 630 h 952"/>
                  <a:gd name="T54" fmla="*/ 152 w 323"/>
                  <a:gd name="T55" fmla="*/ 565 h 952"/>
                  <a:gd name="T56" fmla="*/ 147 w 323"/>
                  <a:gd name="T57" fmla="*/ 521 h 952"/>
                  <a:gd name="T58" fmla="*/ 145 w 323"/>
                  <a:gd name="T59" fmla="*/ 504 h 952"/>
                  <a:gd name="T60" fmla="*/ 137 w 323"/>
                  <a:gd name="T61" fmla="*/ 461 h 952"/>
                  <a:gd name="T62" fmla="*/ 127 w 323"/>
                  <a:gd name="T63" fmla="*/ 420 h 952"/>
                  <a:gd name="T64" fmla="*/ 118 w 323"/>
                  <a:gd name="T65" fmla="*/ 389 h 952"/>
                  <a:gd name="T66" fmla="*/ 115 w 323"/>
                  <a:gd name="T67" fmla="*/ 376 h 952"/>
                  <a:gd name="T68" fmla="*/ 58 w 323"/>
                  <a:gd name="T69" fmla="*/ 209 h 952"/>
                  <a:gd name="T70" fmla="*/ 48 w 323"/>
                  <a:gd name="T71" fmla="*/ 169 h 952"/>
                  <a:gd name="T72" fmla="*/ 46 w 323"/>
                  <a:gd name="T73" fmla="*/ 129 h 952"/>
                  <a:gd name="T74" fmla="*/ 48 w 323"/>
                  <a:gd name="T75" fmla="*/ 96 h 952"/>
                  <a:gd name="T76" fmla="*/ 49 w 323"/>
                  <a:gd name="T77" fmla="*/ 83 h 952"/>
                  <a:gd name="T78" fmla="*/ 26 w 323"/>
                  <a:gd name="T79" fmla="*/ 63 h 952"/>
                  <a:gd name="T80" fmla="*/ 8 w 323"/>
                  <a:gd name="T81" fmla="*/ 45 h 952"/>
                  <a:gd name="T82" fmla="*/ 0 w 323"/>
                  <a:gd name="T83" fmla="*/ 37 h 952"/>
                  <a:gd name="T84" fmla="*/ 17 w 323"/>
                  <a:gd name="T85" fmla="*/ 13 h 952"/>
                  <a:gd name="T86" fmla="*/ 24 w 323"/>
                  <a:gd name="T87" fmla="*/ 7 h 952"/>
                  <a:gd name="T88" fmla="*/ 53 w 323"/>
                  <a:gd name="T89" fmla="*/ 7 h 952"/>
                  <a:gd name="T90" fmla="*/ 66 w 323"/>
                  <a:gd name="T91" fmla="*/ 3 h 952"/>
                  <a:gd name="T92" fmla="*/ 69 w 323"/>
                  <a:gd name="T93" fmla="*/ 0 h 9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23" h="952">
                    <a:moveTo>
                      <a:pt x="69" y="0"/>
                    </a:moveTo>
                    <a:lnTo>
                      <a:pt x="83" y="8"/>
                    </a:lnTo>
                    <a:lnTo>
                      <a:pt x="91" y="15"/>
                    </a:lnTo>
                    <a:lnTo>
                      <a:pt x="95" y="19"/>
                    </a:lnTo>
                    <a:lnTo>
                      <a:pt x="95" y="21"/>
                    </a:lnTo>
                    <a:lnTo>
                      <a:pt x="91" y="37"/>
                    </a:lnTo>
                    <a:lnTo>
                      <a:pt x="90" y="48"/>
                    </a:lnTo>
                    <a:lnTo>
                      <a:pt x="88" y="55"/>
                    </a:lnTo>
                    <a:lnTo>
                      <a:pt x="88" y="59"/>
                    </a:lnTo>
                    <a:lnTo>
                      <a:pt x="88" y="60"/>
                    </a:lnTo>
                    <a:lnTo>
                      <a:pt x="92" y="73"/>
                    </a:lnTo>
                    <a:lnTo>
                      <a:pt x="96" y="90"/>
                    </a:lnTo>
                    <a:lnTo>
                      <a:pt x="104" y="103"/>
                    </a:lnTo>
                    <a:lnTo>
                      <a:pt x="110" y="113"/>
                    </a:lnTo>
                    <a:lnTo>
                      <a:pt x="115" y="121"/>
                    </a:lnTo>
                    <a:lnTo>
                      <a:pt x="118" y="122"/>
                    </a:lnTo>
                    <a:lnTo>
                      <a:pt x="132" y="138"/>
                    </a:lnTo>
                    <a:lnTo>
                      <a:pt x="141" y="148"/>
                    </a:lnTo>
                    <a:lnTo>
                      <a:pt x="147" y="156"/>
                    </a:lnTo>
                    <a:lnTo>
                      <a:pt x="148" y="158"/>
                    </a:lnTo>
                    <a:lnTo>
                      <a:pt x="161" y="186"/>
                    </a:lnTo>
                    <a:lnTo>
                      <a:pt x="174" y="215"/>
                    </a:lnTo>
                    <a:lnTo>
                      <a:pt x="187" y="245"/>
                    </a:lnTo>
                    <a:lnTo>
                      <a:pt x="198" y="275"/>
                    </a:lnTo>
                    <a:lnTo>
                      <a:pt x="209" y="305"/>
                    </a:lnTo>
                    <a:lnTo>
                      <a:pt x="219" y="333"/>
                    </a:lnTo>
                    <a:lnTo>
                      <a:pt x="228" y="359"/>
                    </a:lnTo>
                    <a:lnTo>
                      <a:pt x="236" y="382"/>
                    </a:lnTo>
                    <a:lnTo>
                      <a:pt x="241" y="402"/>
                    </a:lnTo>
                    <a:lnTo>
                      <a:pt x="246" y="416"/>
                    </a:lnTo>
                    <a:lnTo>
                      <a:pt x="249" y="425"/>
                    </a:lnTo>
                    <a:lnTo>
                      <a:pt x="250" y="429"/>
                    </a:lnTo>
                    <a:lnTo>
                      <a:pt x="258" y="452"/>
                    </a:lnTo>
                    <a:lnTo>
                      <a:pt x="264" y="481"/>
                    </a:lnTo>
                    <a:lnTo>
                      <a:pt x="272" y="513"/>
                    </a:lnTo>
                    <a:lnTo>
                      <a:pt x="279" y="548"/>
                    </a:lnTo>
                    <a:lnTo>
                      <a:pt x="285" y="586"/>
                    </a:lnTo>
                    <a:lnTo>
                      <a:pt x="292" y="623"/>
                    </a:lnTo>
                    <a:lnTo>
                      <a:pt x="297" y="662"/>
                    </a:lnTo>
                    <a:lnTo>
                      <a:pt x="302" y="698"/>
                    </a:lnTo>
                    <a:lnTo>
                      <a:pt x="307" y="735"/>
                    </a:lnTo>
                    <a:lnTo>
                      <a:pt x="312" y="767"/>
                    </a:lnTo>
                    <a:lnTo>
                      <a:pt x="315" y="795"/>
                    </a:lnTo>
                    <a:lnTo>
                      <a:pt x="319" y="820"/>
                    </a:lnTo>
                    <a:lnTo>
                      <a:pt x="320" y="838"/>
                    </a:lnTo>
                    <a:lnTo>
                      <a:pt x="323" y="850"/>
                    </a:lnTo>
                    <a:lnTo>
                      <a:pt x="323" y="854"/>
                    </a:lnTo>
                    <a:lnTo>
                      <a:pt x="273" y="952"/>
                    </a:lnTo>
                    <a:lnTo>
                      <a:pt x="182" y="879"/>
                    </a:lnTo>
                    <a:lnTo>
                      <a:pt x="178" y="860"/>
                    </a:lnTo>
                    <a:lnTo>
                      <a:pt x="171" y="798"/>
                    </a:lnTo>
                    <a:lnTo>
                      <a:pt x="165" y="709"/>
                    </a:lnTo>
                    <a:lnTo>
                      <a:pt x="162" y="668"/>
                    </a:lnTo>
                    <a:lnTo>
                      <a:pt x="158" y="630"/>
                    </a:lnTo>
                    <a:lnTo>
                      <a:pt x="156" y="596"/>
                    </a:lnTo>
                    <a:lnTo>
                      <a:pt x="152" y="565"/>
                    </a:lnTo>
                    <a:lnTo>
                      <a:pt x="149" y="540"/>
                    </a:lnTo>
                    <a:lnTo>
                      <a:pt x="147" y="521"/>
                    </a:lnTo>
                    <a:lnTo>
                      <a:pt x="145" y="509"/>
                    </a:lnTo>
                    <a:lnTo>
                      <a:pt x="145" y="504"/>
                    </a:lnTo>
                    <a:lnTo>
                      <a:pt x="141" y="483"/>
                    </a:lnTo>
                    <a:lnTo>
                      <a:pt x="137" y="461"/>
                    </a:lnTo>
                    <a:lnTo>
                      <a:pt x="132" y="439"/>
                    </a:lnTo>
                    <a:lnTo>
                      <a:pt x="127" y="420"/>
                    </a:lnTo>
                    <a:lnTo>
                      <a:pt x="122" y="402"/>
                    </a:lnTo>
                    <a:lnTo>
                      <a:pt x="118" y="389"/>
                    </a:lnTo>
                    <a:lnTo>
                      <a:pt x="115" y="380"/>
                    </a:lnTo>
                    <a:lnTo>
                      <a:pt x="115" y="376"/>
                    </a:lnTo>
                    <a:lnTo>
                      <a:pt x="86" y="288"/>
                    </a:lnTo>
                    <a:lnTo>
                      <a:pt x="58" y="209"/>
                    </a:lnTo>
                    <a:lnTo>
                      <a:pt x="52" y="190"/>
                    </a:lnTo>
                    <a:lnTo>
                      <a:pt x="48" y="169"/>
                    </a:lnTo>
                    <a:lnTo>
                      <a:pt x="47" y="148"/>
                    </a:lnTo>
                    <a:lnTo>
                      <a:pt x="46" y="129"/>
                    </a:lnTo>
                    <a:lnTo>
                      <a:pt x="47" y="111"/>
                    </a:lnTo>
                    <a:lnTo>
                      <a:pt x="48" y="96"/>
                    </a:lnTo>
                    <a:lnTo>
                      <a:pt x="48" y="87"/>
                    </a:lnTo>
                    <a:lnTo>
                      <a:pt x="49" y="83"/>
                    </a:lnTo>
                    <a:lnTo>
                      <a:pt x="38" y="73"/>
                    </a:lnTo>
                    <a:lnTo>
                      <a:pt x="26" y="63"/>
                    </a:lnTo>
                    <a:lnTo>
                      <a:pt x="16" y="52"/>
                    </a:lnTo>
                    <a:lnTo>
                      <a:pt x="8" y="45"/>
                    </a:lnTo>
                    <a:lnTo>
                      <a:pt x="2" y="39"/>
                    </a:lnTo>
                    <a:lnTo>
                      <a:pt x="0" y="37"/>
                    </a:lnTo>
                    <a:lnTo>
                      <a:pt x="9" y="24"/>
                    </a:lnTo>
                    <a:lnTo>
                      <a:pt x="17" y="13"/>
                    </a:lnTo>
                    <a:lnTo>
                      <a:pt x="21" y="10"/>
                    </a:lnTo>
                    <a:lnTo>
                      <a:pt x="24" y="7"/>
                    </a:lnTo>
                    <a:lnTo>
                      <a:pt x="40" y="8"/>
                    </a:lnTo>
                    <a:lnTo>
                      <a:pt x="53" y="7"/>
                    </a:lnTo>
                    <a:lnTo>
                      <a:pt x="61" y="6"/>
                    </a:lnTo>
                    <a:lnTo>
                      <a:pt x="66" y="3"/>
                    </a:lnTo>
                    <a:lnTo>
                      <a:pt x="69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A5393E4-B08A-E90D-E770-12AC86102D0E}"/>
                </a:ext>
              </a:extLst>
            </p:cNvPr>
            <p:cNvGrpSpPr/>
            <p:nvPr/>
          </p:nvGrpSpPr>
          <p:grpSpPr>
            <a:xfrm>
              <a:off x="911314" y="1822937"/>
              <a:ext cx="2306669" cy="1009826"/>
              <a:chOff x="911314" y="1822937"/>
              <a:chExt cx="2306669" cy="1009826"/>
            </a:xfrm>
            <a:grpFill/>
          </p:grpSpPr>
          <p:sp>
            <p:nvSpPr>
              <p:cNvPr id="9" name="Freeform 46">
                <a:extLst>
                  <a:ext uri="{FF2B5EF4-FFF2-40B4-BE49-F238E27FC236}">
                    <a16:creationId xmlns:a16="http://schemas.microsoft.com/office/drawing/2014/main" id="{A4AD68DB-CF45-A325-6C9E-71ACCB0C8F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314" y="2573932"/>
                <a:ext cx="184880" cy="258831"/>
              </a:xfrm>
              <a:custGeom>
                <a:avLst/>
                <a:gdLst>
                  <a:gd name="T0" fmla="*/ 115 w 149"/>
                  <a:gd name="T1" fmla="*/ 0 h 209"/>
                  <a:gd name="T2" fmla="*/ 128 w 149"/>
                  <a:gd name="T3" fmla="*/ 19 h 209"/>
                  <a:gd name="T4" fmla="*/ 137 w 149"/>
                  <a:gd name="T5" fmla="*/ 39 h 209"/>
                  <a:gd name="T6" fmla="*/ 142 w 149"/>
                  <a:gd name="T7" fmla="*/ 55 h 209"/>
                  <a:gd name="T8" fmla="*/ 146 w 149"/>
                  <a:gd name="T9" fmla="*/ 70 h 209"/>
                  <a:gd name="T10" fmla="*/ 147 w 149"/>
                  <a:gd name="T11" fmla="*/ 79 h 209"/>
                  <a:gd name="T12" fmla="*/ 149 w 149"/>
                  <a:gd name="T13" fmla="*/ 83 h 209"/>
                  <a:gd name="T14" fmla="*/ 146 w 149"/>
                  <a:gd name="T15" fmla="*/ 99 h 209"/>
                  <a:gd name="T16" fmla="*/ 142 w 149"/>
                  <a:gd name="T17" fmla="*/ 117 h 209"/>
                  <a:gd name="T18" fmla="*/ 138 w 149"/>
                  <a:gd name="T19" fmla="*/ 133 h 209"/>
                  <a:gd name="T20" fmla="*/ 133 w 149"/>
                  <a:gd name="T21" fmla="*/ 146 h 209"/>
                  <a:gd name="T22" fmla="*/ 131 w 149"/>
                  <a:gd name="T23" fmla="*/ 155 h 209"/>
                  <a:gd name="T24" fmla="*/ 129 w 149"/>
                  <a:gd name="T25" fmla="*/ 158 h 209"/>
                  <a:gd name="T26" fmla="*/ 118 w 149"/>
                  <a:gd name="T27" fmla="*/ 178 h 209"/>
                  <a:gd name="T28" fmla="*/ 107 w 149"/>
                  <a:gd name="T29" fmla="*/ 193 h 209"/>
                  <a:gd name="T30" fmla="*/ 97 w 149"/>
                  <a:gd name="T31" fmla="*/ 202 h 209"/>
                  <a:gd name="T32" fmla="*/ 88 w 149"/>
                  <a:gd name="T33" fmla="*/ 207 h 209"/>
                  <a:gd name="T34" fmla="*/ 79 w 149"/>
                  <a:gd name="T35" fmla="*/ 209 h 209"/>
                  <a:gd name="T36" fmla="*/ 72 w 149"/>
                  <a:gd name="T37" fmla="*/ 209 h 209"/>
                  <a:gd name="T38" fmla="*/ 67 w 149"/>
                  <a:gd name="T39" fmla="*/ 208 h 209"/>
                  <a:gd name="T40" fmla="*/ 66 w 149"/>
                  <a:gd name="T41" fmla="*/ 207 h 209"/>
                  <a:gd name="T42" fmla="*/ 42 w 149"/>
                  <a:gd name="T43" fmla="*/ 185 h 209"/>
                  <a:gd name="T44" fmla="*/ 26 w 149"/>
                  <a:gd name="T45" fmla="*/ 163 h 209"/>
                  <a:gd name="T46" fmla="*/ 14 w 149"/>
                  <a:gd name="T47" fmla="*/ 139 h 209"/>
                  <a:gd name="T48" fmla="*/ 8 w 149"/>
                  <a:gd name="T49" fmla="*/ 119 h 209"/>
                  <a:gd name="T50" fmla="*/ 4 w 149"/>
                  <a:gd name="T51" fmla="*/ 101 h 209"/>
                  <a:gd name="T52" fmla="*/ 4 w 149"/>
                  <a:gd name="T53" fmla="*/ 85 h 209"/>
                  <a:gd name="T54" fmla="*/ 4 w 149"/>
                  <a:gd name="T55" fmla="*/ 76 h 209"/>
                  <a:gd name="T56" fmla="*/ 4 w 149"/>
                  <a:gd name="T57" fmla="*/ 72 h 209"/>
                  <a:gd name="T58" fmla="*/ 0 w 149"/>
                  <a:gd name="T59" fmla="*/ 6 h 209"/>
                  <a:gd name="T60" fmla="*/ 6 w 149"/>
                  <a:gd name="T61" fmla="*/ 32 h 209"/>
                  <a:gd name="T62" fmla="*/ 13 w 149"/>
                  <a:gd name="T63" fmla="*/ 50 h 209"/>
                  <a:gd name="T64" fmla="*/ 19 w 149"/>
                  <a:gd name="T65" fmla="*/ 63 h 209"/>
                  <a:gd name="T66" fmla="*/ 26 w 149"/>
                  <a:gd name="T67" fmla="*/ 70 h 209"/>
                  <a:gd name="T68" fmla="*/ 31 w 149"/>
                  <a:gd name="T69" fmla="*/ 73 h 209"/>
                  <a:gd name="T70" fmla="*/ 35 w 149"/>
                  <a:gd name="T71" fmla="*/ 76 h 209"/>
                  <a:gd name="T72" fmla="*/ 36 w 149"/>
                  <a:gd name="T73" fmla="*/ 76 h 209"/>
                  <a:gd name="T74" fmla="*/ 36 w 149"/>
                  <a:gd name="T75" fmla="*/ 85 h 209"/>
                  <a:gd name="T76" fmla="*/ 42 w 149"/>
                  <a:gd name="T77" fmla="*/ 88 h 209"/>
                  <a:gd name="T78" fmla="*/ 52 w 149"/>
                  <a:gd name="T79" fmla="*/ 89 h 209"/>
                  <a:gd name="T80" fmla="*/ 62 w 149"/>
                  <a:gd name="T81" fmla="*/ 89 h 209"/>
                  <a:gd name="T82" fmla="*/ 70 w 149"/>
                  <a:gd name="T83" fmla="*/ 89 h 209"/>
                  <a:gd name="T84" fmla="*/ 72 w 149"/>
                  <a:gd name="T85" fmla="*/ 89 h 209"/>
                  <a:gd name="T86" fmla="*/ 88 w 149"/>
                  <a:gd name="T87" fmla="*/ 86 h 209"/>
                  <a:gd name="T88" fmla="*/ 98 w 149"/>
                  <a:gd name="T89" fmla="*/ 80 h 209"/>
                  <a:gd name="T90" fmla="*/ 107 w 149"/>
                  <a:gd name="T91" fmla="*/ 70 h 209"/>
                  <a:gd name="T92" fmla="*/ 112 w 149"/>
                  <a:gd name="T93" fmla="*/ 57 h 209"/>
                  <a:gd name="T94" fmla="*/ 115 w 149"/>
                  <a:gd name="T95" fmla="*/ 44 h 209"/>
                  <a:gd name="T96" fmla="*/ 116 w 149"/>
                  <a:gd name="T97" fmla="*/ 31 h 209"/>
                  <a:gd name="T98" fmla="*/ 116 w 149"/>
                  <a:gd name="T99" fmla="*/ 19 h 209"/>
                  <a:gd name="T100" fmla="*/ 116 w 149"/>
                  <a:gd name="T101" fmla="*/ 9 h 209"/>
                  <a:gd name="T102" fmla="*/ 116 w 149"/>
                  <a:gd name="T103" fmla="*/ 2 h 209"/>
                  <a:gd name="T104" fmla="*/ 115 w 149"/>
                  <a:gd name="T105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9" h="209">
                    <a:moveTo>
                      <a:pt x="115" y="0"/>
                    </a:moveTo>
                    <a:lnTo>
                      <a:pt x="128" y="19"/>
                    </a:lnTo>
                    <a:lnTo>
                      <a:pt x="137" y="39"/>
                    </a:lnTo>
                    <a:lnTo>
                      <a:pt x="142" y="55"/>
                    </a:lnTo>
                    <a:lnTo>
                      <a:pt x="146" y="70"/>
                    </a:lnTo>
                    <a:lnTo>
                      <a:pt x="147" y="79"/>
                    </a:lnTo>
                    <a:lnTo>
                      <a:pt x="149" y="83"/>
                    </a:lnTo>
                    <a:lnTo>
                      <a:pt x="146" y="99"/>
                    </a:lnTo>
                    <a:lnTo>
                      <a:pt x="142" y="117"/>
                    </a:lnTo>
                    <a:lnTo>
                      <a:pt x="138" y="133"/>
                    </a:lnTo>
                    <a:lnTo>
                      <a:pt x="133" y="146"/>
                    </a:lnTo>
                    <a:lnTo>
                      <a:pt x="131" y="155"/>
                    </a:lnTo>
                    <a:lnTo>
                      <a:pt x="129" y="158"/>
                    </a:lnTo>
                    <a:lnTo>
                      <a:pt x="118" y="178"/>
                    </a:lnTo>
                    <a:lnTo>
                      <a:pt x="107" y="193"/>
                    </a:lnTo>
                    <a:lnTo>
                      <a:pt x="97" y="202"/>
                    </a:lnTo>
                    <a:lnTo>
                      <a:pt x="88" y="207"/>
                    </a:lnTo>
                    <a:lnTo>
                      <a:pt x="79" y="209"/>
                    </a:lnTo>
                    <a:lnTo>
                      <a:pt x="72" y="209"/>
                    </a:lnTo>
                    <a:lnTo>
                      <a:pt x="67" y="208"/>
                    </a:lnTo>
                    <a:lnTo>
                      <a:pt x="66" y="207"/>
                    </a:lnTo>
                    <a:lnTo>
                      <a:pt x="42" y="185"/>
                    </a:lnTo>
                    <a:lnTo>
                      <a:pt x="26" y="163"/>
                    </a:lnTo>
                    <a:lnTo>
                      <a:pt x="14" y="139"/>
                    </a:lnTo>
                    <a:lnTo>
                      <a:pt x="8" y="119"/>
                    </a:lnTo>
                    <a:lnTo>
                      <a:pt x="4" y="101"/>
                    </a:lnTo>
                    <a:lnTo>
                      <a:pt x="4" y="85"/>
                    </a:lnTo>
                    <a:lnTo>
                      <a:pt x="4" y="76"/>
                    </a:lnTo>
                    <a:lnTo>
                      <a:pt x="4" y="72"/>
                    </a:lnTo>
                    <a:lnTo>
                      <a:pt x="0" y="6"/>
                    </a:lnTo>
                    <a:lnTo>
                      <a:pt x="6" y="32"/>
                    </a:lnTo>
                    <a:lnTo>
                      <a:pt x="13" y="50"/>
                    </a:lnTo>
                    <a:lnTo>
                      <a:pt x="19" y="63"/>
                    </a:lnTo>
                    <a:lnTo>
                      <a:pt x="26" y="70"/>
                    </a:lnTo>
                    <a:lnTo>
                      <a:pt x="31" y="73"/>
                    </a:lnTo>
                    <a:lnTo>
                      <a:pt x="35" y="76"/>
                    </a:lnTo>
                    <a:lnTo>
                      <a:pt x="36" y="76"/>
                    </a:lnTo>
                    <a:lnTo>
                      <a:pt x="36" y="85"/>
                    </a:lnTo>
                    <a:lnTo>
                      <a:pt x="42" y="88"/>
                    </a:lnTo>
                    <a:lnTo>
                      <a:pt x="52" y="89"/>
                    </a:lnTo>
                    <a:lnTo>
                      <a:pt x="62" y="89"/>
                    </a:lnTo>
                    <a:lnTo>
                      <a:pt x="70" y="89"/>
                    </a:lnTo>
                    <a:lnTo>
                      <a:pt x="72" y="89"/>
                    </a:lnTo>
                    <a:lnTo>
                      <a:pt x="88" y="86"/>
                    </a:lnTo>
                    <a:lnTo>
                      <a:pt x="98" y="80"/>
                    </a:lnTo>
                    <a:lnTo>
                      <a:pt x="107" y="70"/>
                    </a:lnTo>
                    <a:lnTo>
                      <a:pt x="112" y="57"/>
                    </a:lnTo>
                    <a:lnTo>
                      <a:pt x="115" y="44"/>
                    </a:lnTo>
                    <a:lnTo>
                      <a:pt x="116" y="31"/>
                    </a:lnTo>
                    <a:lnTo>
                      <a:pt x="116" y="19"/>
                    </a:lnTo>
                    <a:lnTo>
                      <a:pt x="116" y="9"/>
                    </a:lnTo>
                    <a:lnTo>
                      <a:pt x="116" y="2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10" name="Freeform 55">
                <a:extLst>
                  <a:ext uri="{FF2B5EF4-FFF2-40B4-BE49-F238E27FC236}">
                    <a16:creationId xmlns:a16="http://schemas.microsoft.com/office/drawing/2014/main" id="{8E7D1DA8-2E6B-7071-7B8B-D6D83B523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447" y="1822937"/>
                <a:ext cx="203536" cy="186807"/>
              </a:xfrm>
              <a:custGeom>
                <a:avLst/>
                <a:gdLst>
                  <a:gd name="T0" fmla="*/ 11 w 145"/>
                  <a:gd name="T1" fmla="*/ 0 h 134"/>
                  <a:gd name="T2" fmla="*/ 30 w 145"/>
                  <a:gd name="T3" fmla="*/ 14 h 134"/>
                  <a:gd name="T4" fmla="*/ 51 w 145"/>
                  <a:gd name="T5" fmla="*/ 24 h 134"/>
                  <a:gd name="T6" fmla="*/ 71 w 145"/>
                  <a:gd name="T7" fmla="*/ 29 h 134"/>
                  <a:gd name="T8" fmla="*/ 92 w 145"/>
                  <a:gd name="T9" fmla="*/ 32 h 134"/>
                  <a:gd name="T10" fmla="*/ 110 w 145"/>
                  <a:gd name="T11" fmla="*/ 32 h 134"/>
                  <a:gd name="T12" fmla="*/ 126 w 145"/>
                  <a:gd name="T13" fmla="*/ 31 h 134"/>
                  <a:gd name="T14" fmla="*/ 135 w 145"/>
                  <a:gd name="T15" fmla="*/ 29 h 134"/>
                  <a:gd name="T16" fmla="*/ 139 w 145"/>
                  <a:gd name="T17" fmla="*/ 29 h 134"/>
                  <a:gd name="T18" fmla="*/ 138 w 145"/>
                  <a:gd name="T19" fmla="*/ 58 h 134"/>
                  <a:gd name="T20" fmla="*/ 139 w 145"/>
                  <a:gd name="T21" fmla="*/ 82 h 134"/>
                  <a:gd name="T22" fmla="*/ 141 w 145"/>
                  <a:gd name="T23" fmla="*/ 104 h 134"/>
                  <a:gd name="T24" fmla="*/ 143 w 145"/>
                  <a:gd name="T25" fmla="*/ 120 h 134"/>
                  <a:gd name="T26" fmla="*/ 145 w 145"/>
                  <a:gd name="T27" fmla="*/ 130 h 134"/>
                  <a:gd name="T28" fmla="*/ 145 w 145"/>
                  <a:gd name="T29" fmla="*/ 134 h 134"/>
                  <a:gd name="T30" fmla="*/ 106 w 145"/>
                  <a:gd name="T31" fmla="*/ 125 h 134"/>
                  <a:gd name="T32" fmla="*/ 75 w 145"/>
                  <a:gd name="T33" fmla="*/ 115 h 134"/>
                  <a:gd name="T34" fmla="*/ 51 w 145"/>
                  <a:gd name="T35" fmla="*/ 103 h 134"/>
                  <a:gd name="T36" fmla="*/ 33 w 145"/>
                  <a:gd name="T37" fmla="*/ 91 h 134"/>
                  <a:gd name="T38" fmla="*/ 20 w 145"/>
                  <a:gd name="T39" fmla="*/ 81 h 134"/>
                  <a:gd name="T40" fmla="*/ 11 w 145"/>
                  <a:gd name="T41" fmla="*/ 72 h 134"/>
                  <a:gd name="T42" fmla="*/ 4 w 145"/>
                  <a:gd name="T43" fmla="*/ 66 h 134"/>
                  <a:gd name="T44" fmla="*/ 2 w 145"/>
                  <a:gd name="T45" fmla="*/ 60 h 134"/>
                  <a:gd name="T46" fmla="*/ 0 w 145"/>
                  <a:gd name="T47" fmla="*/ 58 h 134"/>
                  <a:gd name="T48" fmla="*/ 11 w 145"/>
                  <a:gd name="T49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5" h="134">
                    <a:moveTo>
                      <a:pt x="11" y="0"/>
                    </a:moveTo>
                    <a:lnTo>
                      <a:pt x="30" y="14"/>
                    </a:lnTo>
                    <a:lnTo>
                      <a:pt x="51" y="24"/>
                    </a:lnTo>
                    <a:lnTo>
                      <a:pt x="71" y="29"/>
                    </a:lnTo>
                    <a:lnTo>
                      <a:pt x="92" y="32"/>
                    </a:lnTo>
                    <a:lnTo>
                      <a:pt x="110" y="32"/>
                    </a:lnTo>
                    <a:lnTo>
                      <a:pt x="126" y="31"/>
                    </a:lnTo>
                    <a:lnTo>
                      <a:pt x="135" y="29"/>
                    </a:lnTo>
                    <a:lnTo>
                      <a:pt x="139" y="29"/>
                    </a:lnTo>
                    <a:lnTo>
                      <a:pt x="138" y="58"/>
                    </a:lnTo>
                    <a:lnTo>
                      <a:pt x="139" y="82"/>
                    </a:lnTo>
                    <a:lnTo>
                      <a:pt x="141" y="104"/>
                    </a:lnTo>
                    <a:lnTo>
                      <a:pt x="143" y="120"/>
                    </a:lnTo>
                    <a:lnTo>
                      <a:pt x="145" y="130"/>
                    </a:lnTo>
                    <a:lnTo>
                      <a:pt x="145" y="134"/>
                    </a:lnTo>
                    <a:lnTo>
                      <a:pt x="106" y="125"/>
                    </a:lnTo>
                    <a:lnTo>
                      <a:pt x="75" y="115"/>
                    </a:lnTo>
                    <a:lnTo>
                      <a:pt x="51" y="103"/>
                    </a:lnTo>
                    <a:lnTo>
                      <a:pt x="33" y="91"/>
                    </a:lnTo>
                    <a:lnTo>
                      <a:pt x="20" y="81"/>
                    </a:lnTo>
                    <a:lnTo>
                      <a:pt x="11" y="72"/>
                    </a:lnTo>
                    <a:lnTo>
                      <a:pt x="4" y="66"/>
                    </a:lnTo>
                    <a:lnTo>
                      <a:pt x="2" y="60"/>
                    </a:lnTo>
                    <a:lnTo>
                      <a:pt x="0" y="58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</p:grpSp>
      <p:sp>
        <p:nvSpPr>
          <p:cNvPr id="22" name="Google Shape;532;p56">
            <a:extLst>
              <a:ext uri="{FF2B5EF4-FFF2-40B4-BE49-F238E27FC236}">
                <a16:creationId xmlns:a16="http://schemas.microsoft.com/office/drawing/2014/main" id="{5414AEBA-E954-2427-FC04-309916D13C36}"/>
              </a:ext>
            </a:extLst>
          </p:cNvPr>
          <p:cNvSpPr/>
          <p:nvPr/>
        </p:nvSpPr>
        <p:spPr>
          <a:xfrm>
            <a:off x="0" y="4966473"/>
            <a:ext cx="8990176" cy="1891527"/>
          </a:xfrm>
          <a:prstGeom prst="rect">
            <a:avLst/>
          </a:prstGeom>
          <a:solidFill>
            <a:srgbClr val="325680">
              <a:alpha val="65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3B3875-0F55-239F-2783-B0C293002DB9}"/>
              </a:ext>
            </a:extLst>
          </p:cNvPr>
          <p:cNvSpPr txBox="1"/>
          <p:nvPr/>
        </p:nvSpPr>
        <p:spPr>
          <a:xfrm>
            <a:off x="983051" y="5092361"/>
            <a:ext cx="5471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什么是「有效贷款」（</a:t>
            </a:r>
            <a:r>
              <a:rPr lang="en-US" dirty="0">
                <a:solidFill>
                  <a:schemeClr val="bg1"/>
                </a:solidFill>
              </a:rPr>
              <a:t>Workable Loan, WL）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372C6-8918-2B41-5781-AFF459D57DF0}"/>
              </a:ext>
            </a:extLst>
          </p:cNvPr>
          <p:cNvSpPr txBox="1"/>
          <p:nvPr/>
        </p:nvSpPr>
        <p:spPr>
          <a:xfrm>
            <a:off x="2912263" y="5443980"/>
            <a:ext cx="5936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放款方出具了贷款条款（</a:t>
            </a:r>
            <a:r>
              <a:rPr lang="en-US" sz="1600" dirty="0">
                <a:solidFill>
                  <a:schemeClr val="bg1"/>
                </a:solidFill>
              </a:rPr>
              <a:t>Term Sheet），</a:t>
            </a:r>
            <a:r>
              <a:rPr lang="zh-CN" altLang="en-US" sz="1600" dirty="0">
                <a:solidFill>
                  <a:schemeClr val="bg1"/>
                </a:solidFill>
              </a:rPr>
              <a:t>并由客户确认接受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客户提交了正式资料，启动贷款流程</a:t>
            </a:r>
            <a:endParaRPr lang="en-US" altLang="ko-KR" sz="1600" b="1" dirty="0">
              <a:solidFill>
                <a:schemeClr val="bg1"/>
              </a:solidFill>
              <a:latin typeface="Lucida Sans" panose="020B0602030504020204" pitchFamily="34" charset="0"/>
            </a:endParaRPr>
          </a:p>
        </p:txBody>
      </p:sp>
      <p:pic>
        <p:nvPicPr>
          <p:cNvPr id="23" name="Picture 2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E7D0116-49F0-7468-6F1F-A9E81C926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1" y="5793465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6">
            <a:extLst>
              <a:ext uri="{FF2B5EF4-FFF2-40B4-BE49-F238E27FC236}">
                <a16:creationId xmlns:a16="http://schemas.microsoft.com/office/drawing/2014/main" id="{9A0339D2-7A08-4508-A001-696938954CBE}"/>
              </a:ext>
            </a:extLst>
          </p:cNvPr>
          <p:cNvGrpSpPr/>
          <p:nvPr/>
        </p:nvGrpSpPr>
        <p:grpSpPr>
          <a:xfrm>
            <a:off x="8596462" y="1002079"/>
            <a:ext cx="2266328" cy="2806960"/>
            <a:chOff x="8680049" y="1633020"/>
            <a:chExt cx="2103432" cy="2605205"/>
          </a:xfrm>
          <a:solidFill>
            <a:schemeClr val="accent2"/>
          </a:solidFill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80E1C65A-3125-429C-AAB9-603DD37EB170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자유형: 도형 84">
              <a:extLst>
                <a:ext uri="{FF2B5EF4-FFF2-40B4-BE49-F238E27FC236}">
                  <a16:creationId xmlns:a16="http://schemas.microsoft.com/office/drawing/2014/main" id="{56AD7531-FAE5-4720-92C0-95E2E402C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41EC2E6E-A6F9-4A82-8BE4-B750E5B93FC4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E7A34D03-6B38-45DC-8045-11C5C1D7FE5B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08AF6CF1-5521-406B-B7D4-6383EC1A5EA4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BC0E61D9-50A9-4710-83CA-96A5DD0BE3CC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183B2ADA-C745-411B-9BE2-6AF69F0C983F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40CB41A3-AFF3-4E98-84C2-85B1C141E7CE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9" name="그룹 7">
            <a:extLst>
              <a:ext uri="{FF2B5EF4-FFF2-40B4-BE49-F238E27FC236}">
                <a16:creationId xmlns:a16="http://schemas.microsoft.com/office/drawing/2014/main" id="{A9D9459A-70AC-42C9-B66D-AD517439443C}"/>
              </a:ext>
            </a:extLst>
          </p:cNvPr>
          <p:cNvGrpSpPr/>
          <p:nvPr/>
        </p:nvGrpSpPr>
        <p:grpSpPr>
          <a:xfrm>
            <a:off x="5629186" y="3244048"/>
            <a:ext cx="1403850" cy="1577193"/>
            <a:chOff x="6282410" y="2774470"/>
            <a:chExt cx="1403850" cy="1577193"/>
          </a:xfrm>
        </p:grpSpPr>
        <p:sp>
          <p:nvSpPr>
            <p:cNvPr id="30" name="자유형: 도형 91">
              <a:extLst>
                <a:ext uri="{FF2B5EF4-FFF2-40B4-BE49-F238E27FC236}">
                  <a16:creationId xmlns:a16="http://schemas.microsoft.com/office/drawing/2014/main" id="{B0C1EF89-6C2F-4676-BEE0-2EB66B37D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grpSp>
          <p:nvGrpSpPr>
            <p:cNvPr id="31" name="그룹 96">
              <a:extLst>
                <a:ext uri="{FF2B5EF4-FFF2-40B4-BE49-F238E27FC236}">
                  <a16:creationId xmlns:a16="http://schemas.microsoft.com/office/drawing/2014/main" id="{739ADCD8-A42F-47BA-8900-380F0C76AD8D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8" name="타원 97">
                <a:extLst>
                  <a:ext uri="{FF2B5EF4-FFF2-40B4-BE49-F238E27FC236}">
                    <a16:creationId xmlns:a16="http://schemas.microsoft.com/office/drawing/2014/main" id="{4944BA96-C8AD-42F3-B554-A66E3E9CAC2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9" name="타원 98">
                <a:extLst>
                  <a:ext uri="{FF2B5EF4-FFF2-40B4-BE49-F238E27FC236}">
                    <a16:creationId xmlns:a16="http://schemas.microsoft.com/office/drawing/2014/main" id="{34FD8334-1A2C-46C3-B54D-2D8286D5D88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50" name="Block Arc 11">
                <a:extLst>
                  <a:ext uri="{FF2B5EF4-FFF2-40B4-BE49-F238E27FC236}">
                    <a16:creationId xmlns:a16="http://schemas.microsoft.com/office/drawing/2014/main" id="{CF6587E7-2949-42A1-ACF1-3D0F465FB0B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32" name="그룹 108">
              <a:extLst>
                <a:ext uri="{FF2B5EF4-FFF2-40B4-BE49-F238E27FC236}">
                  <a16:creationId xmlns:a16="http://schemas.microsoft.com/office/drawing/2014/main" id="{17AE0978-0225-41A8-9341-CD120CDB2604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5" name="타원 109">
                <a:extLst>
                  <a:ext uri="{FF2B5EF4-FFF2-40B4-BE49-F238E27FC236}">
                    <a16:creationId xmlns:a16="http://schemas.microsoft.com/office/drawing/2014/main" id="{EF526A2E-6F91-4258-AC08-F9FC5AC0AA8C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6" name="타원 110">
                <a:extLst>
                  <a:ext uri="{FF2B5EF4-FFF2-40B4-BE49-F238E27FC236}">
                    <a16:creationId xmlns:a16="http://schemas.microsoft.com/office/drawing/2014/main" id="{9C995453-CD95-4142-B88E-77BD608A5EBC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7" name="Block Arc 11">
                <a:extLst>
                  <a:ext uri="{FF2B5EF4-FFF2-40B4-BE49-F238E27FC236}">
                    <a16:creationId xmlns:a16="http://schemas.microsoft.com/office/drawing/2014/main" id="{7562A393-98D9-4617-AD14-AB3BB2375439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33" name="그룹 112">
              <a:extLst>
                <a:ext uri="{FF2B5EF4-FFF2-40B4-BE49-F238E27FC236}">
                  <a16:creationId xmlns:a16="http://schemas.microsoft.com/office/drawing/2014/main" id="{C619C557-630B-4D93-AB01-371154F3C700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2" name="타원 113">
                <a:extLst>
                  <a:ext uri="{FF2B5EF4-FFF2-40B4-BE49-F238E27FC236}">
                    <a16:creationId xmlns:a16="http://schemas.microsoft.com/office/drawing/2014/main" id="{C4EC7035-C5E8-41B9-B6CA-C346468CB0EF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3" name="타원 114">
                <a:extLst>
                  <a:ext uri="{FF2B5EF4-FFF2-40B4-BE49-F238E27FC236}">
                    <a16:creationId xmlns:a16="http://schemas.microsoft.com/office/drawing/2014/main" id="{CD03B65C-5E45-44AB-ACE0-E0B741647D87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4" name="Block Arc 11">
                <a:extLst>
                  <a:ext uri="{FF2B5EF4-FFF2-40B4-BE49-F238E27FC236}">
                    <a16:creationId xmlns:a16="http://schemas.microsoft.com/office/drawing/2014/main" id="{129E9EDB-B741-4D83-B157-8E062C077710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34" name="그룹 116">
              <a:extLst>
                <a:ext uri="{FF2B5EF4-FFF2-40B4-BE49-F238E27FC236}">
                  <a16:creationId xmlns:a16="http://schemas.microsoft.com/office/drawing/2014/main" id="{3A77063A-05D5-4028-935C-21BE695F51AA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39" name="타원 117">
                <a:extLst>
                  <a:ext uri="{FF2B5EF4-FFF2-40B4-BE49-F238E27FC236}">
                    <a16:creationId xmlns:a16="http://schemas.microsoft.com/office/drawing/2014/main" id="{2FAE60EE-D799-48C8-9DB4-F3443647297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0" name="타원 118">
                <a:extLst>
                  <a:ext uri="{FF2B5EF4-FFF2-40B4-BE49-F238E27FC236}">
                    <a16:creationId xmlns:a16="http://schemas.microsoft.com/office/drawing/2014/main" id="{5F948148-1DA0-4728-BB4E-6F6BA58C186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41" name="Block Arc 11">
                <a:extLst>
                  <a:ext uri="{FF2B5EF4-FFF2-40B4-BE49-F238E27FC236}">
                    <a16:creationId xmlns:a16="http://schemas.microsoft.com/office/drawing/2014/main" id="{3710C69E-AC14-42F5-8E18-F7E3B4A0C124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35" name="그룹 120">
              <a:extLst>
                <a:ext uri="{FF2B5EF4-FFF2-40B4-BE49-F238E27FC236}">
                  <a16:creationId xmlns:a16="http://schemas.microsoft.com/office/drawing/2014/main" id="{BA3254EB-3E72-494B-8EBA-3D53153862AF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36" name="타원 121">
                <a:extLst>
                  <a:ext uri="{FF2B5EF4-FFF2-40B4-BE49-F238E27FC236}">
                    <a16:creationId xmlns:a16="http://schemas.microsoft.com/office/drawing/2014/main" id="{375D611F-AEA5-45C0-967A-311818FCD0B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37" name="타원 122">
                <a:extLst>
                  <a:ext uri="{FF2B5EF4-FFF2-40B4-BE49-F238E27FC236}">
                    <a16:creationId xmlns:a16="http://schemas.microsoft.com/office/drawing/2014/main" id="{421A988C-63DD-4D03-AE76-4B2CA3884BA5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38" name="Block Arc 11">
                <a:extLst>
                  <a:ext uri="{FF2B5EF4-FFF2-40B4-BE49-F238E27FC236}">
                    <a16:creationId xmlns:a16="http://schemas.microsoft.com/office/drawing/2014/main" id="{AA7E5B26-433F-4F01-8B10-8EA296C4F0E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</p:grpSp>
      <p:grpSp>
        <p:nvGrpSpPr>
          <p:cNvPr id="51" name="그룹 8">
            <a:extLst>
              <a:ext uri="{FF2B5EF4-FFF2-40B4-BE49-F238E27FC236}">
                <a16:creationId xmlns:a16="http://schemas.microsoft.com/office/drawing/2014/main" id="{DD425975-28CD-403F-8593-8D4A3B047632}"/>
              </a:ext>
            </a:extLst>
          </p:cNvPr>
          <p:cNvGrpSpPr/>
          <p:nvPr/>
        </p:nvGrpSpPr>
        <p:grpSpPr>
          <a:xfrm>
            <a:off x="3113794" y="4150013"/>
            <a:ext cx="752941" cy="1103119"/>
            <a:chOff x="4041120" y="3338087"/>
            <a:chExt cx="752941" cy="1103119"/>
          </a:xfrm>
          <a:solidFill>
            <a:schemeClr val="accent4"/>
          </a:solidFill>
        </p:grpSpPr>
        <p:sp>
          <p:nvSpPr>
            <p:cNvPr id="52" name="자유형: 도형 125">
              <a:extLst>
                <a:ext uri="{FF2B5EF4-FFF2-40B4-BE49-F238E27FC236}">
                  <a16:creationId xmlns:a16="http://schemas.microsoft.com/office/drawing/2014/main" id="{A86A2702-EAA0-42D2-9D7C-6D7B4748D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829" y="3677929"/>
              <a:ext cx="237406" cy="763277"/>
            </a:xfrm>
            <a:custGeom>
              <a:avLst/>
              <a:gdLst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6104 w 237406"/>
                <a:gd name="connsiteY74" fmla="*/ 640880 h 1139927"/>
                <a:gd name="connsiteX75" fmla="*/ 220026 w 237406"/>
                <a:gd name="connsiteY75" fmla="*/ 702834 h 1139927"/>
                <a:gd name="connsiteX76" fmla="*/ 216554 w 237406"/>
                <a:gd name="connsiteY76" fmla="*/ 729229 h 1139927"/>
                <a:gd name="connsiteX77" fmla="*/ 209841 w 237406"/>
                <a:gd name="connsiteY77" fmla="*/ 750137 h 1139927"/>
                <a:gd name="connsiteX78" fmla="*/ 205976 w 237406"/>
                <a:gd name="connsiteY78" fmla="*/ 771472 h 1139927"/>
                <a:gd name="connsiteX79" fmla="*/ 204348 w 237406"/>
                <a:gd name="connsiteY79" fmla="*/ 793981 h 1139927"/>
                <a:gd name="connsiteX80" fmla="*/ 203433 w 237406"/>
                <a:gd name="connsiteY80" fmla="*/ 816596 h 1139927"/>
                <a:gd name="connsiteX81" fmla="*/ 204348 w 237406"/>
                <a:gd name="connsiteY81" fmla="*/ 839211 h 1139927"/>
                <a:gd name="connsiteX82" fmla="*/ 205976 w 237406"/>
                <a:gd name="connsiteY82" fmla="*/ 862360 h 1139927"/>
                <a:gd name="connsiteX83" fmla="*/ 208112 w 237406"/>
                <a:gd name="connsiteY83" fmla="*/ 885294 h 1139927"/>
                <a:gd name="connsiteX84" fmla="*/ 210655 w 237406"/>
                <a:gd name="connsiteY84" fmla="*/ 907803 h 1139927"/>
                <a:gd name="connsiteX85" fmla="*/ 211061 w 237406"/>
                <a:gd name="connsiteY85" fmla="*/ 940872 h 1139927"/>
                <a:gd name="connsiteX86" fmla="*/ 208925 w 237406"/>
                <a:gd name="connsiteY86" fmla="*/ 973941 h 1139927"/>
                <a:gd name="connsiteX87" fmla="*/ 205162 w 237406"/>
                <a:gd name="connsiteY87" fmla="*/ 1005731 h 1139927"/>
                <a:gd name="connsiteX88" fmla="*/ 200483 w 237406"/>
                <a:gd name="connsiteY88" fmla="*/ 1036879 h 1139927"/>
                <a:gd name="connsiteX89" fmla="*/ 194787 w 237406"/>
                <a:gd name="connsiteY89" fmla="*/ 1139927 h 1139927"/>
                <a:gd name="connsiteX90" fmla="*/ 24209 w 237406"/>
                <a:gd name="connsiteY90" fmla="*/ 1139927 h 1139927"/>
                <a:gd name="connsiteX91" fmla="*/ 43738 w 237406"/>
                <a:gd name="connsiteY91" fmla="*/ 1098004 h 1139927"/>
                <a:gd name="connsiteX92" fmla="*/ 67845 w 237406"/>
                <a:gd name="connsiteY92" fmla="*/ 1050534 h 1139927"/>
                <a:gd name="connsiteX93" fmla="*/ 76287 w 237406"/>
                <a:gd name="connsiteY93" fmla="*/ 1033359 h 1139927"/>
                <a:gd name="connsiteX94" fmla="*/ 83509 w 237406"/>
                <a:gd name="connsiteY94" fmla="*/ 1014264 h 1139927"/>
                <a:gd name="connsiteX95" fmla="*/ 90324 w 237406"/>
                <a:gd name="connsiteY95" fmla="*/ 993036 h 1139927"/>
                <a:gd name="connsiteX96" fmla="*/ 96631 w 237406"/>
                <a:gd name="connsiteY96" fmla="*/ 970421 h 1139927"/>
                <a:gd name="connsiteX97" fmla="*/ 101717 w 237406"/>
                <a:gd name="connsiteY97" fmla="*/ 945993 h 1139927"/>
                <a:gd name="connsiteX98" fmla="*/ 105582 w 237406"/>
                <a:gd name="connsiteY98" fmla="*/ 921137 h 1139927"/>
                <a:gd name="connsiteX99" fmla="*/ 109345 w 237406"/>
                <a:gd name="connsiteY99" fmla="*/ 895109 h 1139927"/>
                <a:gd name="connsiteX100" fmla="*/ 111888 w 237406"/>
                <a:gd name="connsiteY100" fmla="*/ 868760 h 1139927"/>
                <a:gd name="connsiteX101" fmla="*/ 114024 w 237406"/>
                <a:gd name="connsiteY101" fmla="*/ 841344 h 1139927"/>
                <a:gd name="connsiteX102" fmla="*/ 114024 w 237406"/>
                <a:gd name="connsiteY102" fmla="*/ 814356 h 1139927"/>
                <a:gd name="connsiteX103" fmla="*/ 114024 w 237406"/>
                <a:gd name="connsiteY103" fmla="*/ 787687 h 1139927"/>
                <a:gd name="connsiteX104" fmla="*/ 111888 w 237406"/>
                <a:gd name="connsiteY104" fmla="*/ 760912 h 1139927"/>
                <a:gd name="connsiteX105" fmla="*/ 108938 w 237406"/>
                <a:gd name="connsiteY105" fmla="*/ 735203 h 1139927"/>
                <a:gd name="connsiteX106" fmla="*/ 105175 w 237406"/>
                <a:gd name="connsiteY106" fmla="*/ 710135 h 1139927"/>
                <a:gd name="connsiteX107" fmla="*/ 99580 w 237406"/>
                <a:gd name="connsiteY107" fmla="*/ 685919 h 1139927"/>
                <a:gd name="connsiteX108" fmla="*/ 91952 w 237406"/>
                <a:gd name="connsiteY108" fmla="*/ 663411 h 1139927"/>
                <a:gd name="connsiteX109" fmla="*/ 83509 w 237406"/>
                <a:gd name="connsiteY109" fmla="*/ 642076 h 1139927"/>
                <a:gd name="connsiteX110" fmla="*/ 73338 w 237406"/>
                <a:gd name="connsiteY110" fmla="*/ 622981 h 1139927"/>
                <a:gd name="connsiteX111" fmla="*/ 61946 w 237406"/>
                <a:gd name="connsiteY111" fmla="*/ 606127 h 1139927"/>
                <a:gd name="connsiteX112" fmla="*/ 25430 w 237406"/>
                <a:gd name="connsiteY112" fmla="*/ 491771 h 1139927"/>
                <a:gd name="connsiteX113" fmla="*/ 19530 w 237406"/>
                <a:gd name="connsiteY113" fmla="*/ 462222 h 1139927"/>
                <a:gd name="connsiteX114" fmla="*/ 11901 w 237406"/>
                <a:gd name="connsiteY114" fmla="*/ 432887 h 1139927"/>
                <a:gd name="connsiteX115" fmla="*/ 5493 w 237406"/>
                <a:gd name="connsiteY115" fmla="*/ 401098 h 1139927"/>
                <a:gd name="connsiteX116" fmla="*/ 2543 w 237406"/>
                <a:gd name="connsiteY116" fmla="*/ 368669 h 1139927"/>
                <a:gd name="connsiteX117" fmla="*/ 0 w 237406"/>
                <a:gd name="connsiteY117" fmla="*/ 334746 h 1139927"/>
                <a:gd name="connsiteX118" fmla="*/ 0 w 237406"/>
                <a:gd name="connsiteY118" fmla="*/ 300076 h 1139927"/>
                <a:gd name="connsiteX119" fmla="*/ 1729 w 237406"/>
                <a:gd name="connsiteY119" fmla="*/ 265087 h 1139927"/>
                <a:gd name="connsiteX120" fmla="*/ 5493 w 237406"/>
                <a:gd name="connsiteY120" fmla="*/ 230418 h 1139927"/>
                <a:gd name="connsiteX121" fmla="*/ 11087 w 237406"/>
                <a:gd name="connsiteY121" fmla="*/ 195855 h 1139927"/>
                <a:gd name="connsiteX122" fmla="*/ 16987 w 237406"/>
                <a:gd name="connsiteY122" fmla="*/ 162466 h 1139927"/>
                <a:gd name="connsiteX123" fmla="*/ 25430 w 237406"/>
                <a:gd name="connsiteY123" fmla="*/ 130037 h 1139927"/>
                <a:gd name="connsiteX124" fmla="*/ 35601 w 237406"/>
                <a:gd name="connsiteY124" fmla="*/ 99528 h 1139927"/>
                <a:gd name="connsiteX125" fmla="*/ 46180 w 237406"/>
                <a:gd name="connsiteY125" fmla="*/ 70619 h 1139927"/>
                <a:gd name="connsiteX126" fmla="*/ 58487 w 237406"/>
                <a:gd name="connsiteY126" fmla="*/ 44484 h 1139927"/>
                <a:gd name="connsiteX127" fmla="*/ 71608 w 237406"/>
                <a:gd name="connsiteY127" fmla="*/ 20695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0026 w 237406"/>
                <a:gd name="connsiteY74" fmla="*/ 702834 h 1139927"/>
                <a:gd name="connsiteX75" fmla="*/ 216554 w 237406"/>
                <a:gd name="connsiteY75" fmla="*/ 729229 h 1139927"/>
                <a:gd name="connsiteX76" fmla="*/ 209841 w 237406"/>
                <a:gd name="connsiteY76" fmla="*/ 750137 h 1139927"/>
                <a:gd name="connsiteX77" fmla="*/ 205976 w 237406"/>
                <a:gd name="connsiteY77" fmla="*/ 771472 h 1139927"/>
                <a:gd name="connsiteX78" fmla="*/ 204348 w 237406"/>
                <a:gd name="connsiteY78" fmla="*/ 793981 h 1139927"/>
                <a:gd name="connsiteX79" fmla="*/ 203433 w 237406"/>
                <a:gd name="connsiteY79" fmla="*/ 816596 h 1139927"/>
                <a:gd name="connsiteX80" fmla="*/ 204348 w 237406"/>
                <a:gd name="connsiteY80" fmla="*/ 839211 h 1139927"/>
                <a:gd name="connsiteX81" fmla="*/ 205976 w 237406"/>
                <a:gd name="connsiteY81" fmla="*/ 862360 h 1139927"/>
                <a:gd name="connsiteX82" fmla="*/ 208112 w 237406"/>
                <a:gd name="connsiteY82" fmla="*/ 885294 h 1139927"/>
                <a:gd name="connsiteX83" fmla="*/ 210655 w 237406"/>
                <a:gd name="connsiteY83" fmla="*/ 907803 h 1139927"/>
                <a:gd name="connsiteX84" fmla="*/ 211061 w 237406"/>
                <a:gd name="connsiteY84" fmla="*/ 940872 h 1139927"/>
                <a:gd name="connsiteX85" fmla="*/ 208925 w 237406"/>
                <a:gd name="connsiteY85" fmla="*/ 973941 h 1139927"/>
                <a:gd name="connsiteX86" fmla="*/ 205162 w 237406"/>
                <a:gd name="connsiteY86" fmla="*/ 1005731 h 1139927"/>
                <a:gd name="connsiteX87" fmla="*/ 200483 w 237406"/>
                <a:gd name="connsiteY87" fmla="*/ 1036879 h 1139927"/>
                <a:gd name="connsiteX88" fmla="*/ 194787 w 237406"/>
                <a:gd name="connsiteY88" fmla="*/ 1139927 h 1139927"/>
                <a:gd name="connsiteX89" fmla="*/ 24209 w 237406"/>
                <a:gd name="connsiteY89" fmla="*/ 1139927 h 1139927"/>
                <a:gd name="connsiteX90" fmla="*/ 43738 w 237406"/>
                <a:gd name="connsiteY90" fmla="*/ 1098004 h 1139927"/>
                <a:gd name="connsiteX91" fmla="*/ 67845 w 237406"/>
                <a:gd name="connsiteY91" fmla="*/ 1050534 h 1139927"/>
                <a:gd name="connsiteX92" fmla="*/ 76287 w 237406"/>
                <a:gd name="connsiteY92" fmla="*/ 1033359 h 1139927"/>
                <a:gd name="connsiteX93" fmla="*/ 83509 w 237406"/>
                <a:gd name="connsiteY93" fmla="*/ 1014264 h 1139927"/>
                <a:gd name="connsiteX94" fmla="*/ 90324 w 237406"/>
                <a:gd name="connsiteY94" fmla="*/ 993036 h 1139927"/>
                <a:gd name="connsiteX95" fmla="*/ 96631 w 237406"/>
                <a:gd name="connsiteY95" fmla="*/ 970421 h 1139927"/>
                <a:gd name="connsiteX96" fmla="*/ 101717 w 237406"/>
                <a:gd name="connsiteY96" fmla="*/ 945993 h 1139927"/>
                <a:gd name="connsiteX97" fmla="*/ 105582 w 237406"/>
                <a:gd name="connsiteY97" fmla="*/ 921137 h 1139927"/>
                <a:gd name="connsiteX98" fmla="*/ 109345 w 237406"/>
                <a:gd name="connsiteY98" fmla="*/ 895109 h 1139927"/>
                <a:gd name="connsiteX99" fmla="*/ 111888 w 237406"/>
                <a:gd name="connsiteY99" fmla="*/ 868760 h 1139927"/>
                <a:gd name="connsiteX100" fmla="*/ 114024 w 237406"/>
                <a:gd name="connsiteY100" fmla="*/ 841344 h 1139927"/>
                <a:gd name="connsiteX101" fmla="*/ 114024 w 237406"/>
                <a:gd name="connsiteY101" fmla="*/ 814356 h 1139927"/>
                <a:gd name="connsiteX102" fmla="*/ 114024 w 237406"/>
                <a:gd name="connsiteY102" fmla="*/ 787687 h 1139927"/>
                <a:gd name="connsiteX103" fmla="*/ 111888 w 237406"/>
                <a:gd name="connsiteY103" fmla="*/ 760912 h 1139927"/>
                <a:gd name="connsiteX104" fmla="*/ 108938 w 237406"/>
                <a:gd name="connsiteY104" fmla="*/ 735203 h 1139927"/>
                <a:gd name="connsiteX105" fmla="*/ 105175 w 237406"/>
                <a:gd name="connsiteY105" fmla="*/ 710135 h 1139927"/>
                <a:gd name="connsiteX106" fmla="*/ 99580 w 237406"/>
                <a:gd name="connsiteY106" fmla="*/ 685919 h 1139927"/>
                <a:gd name="connsiteX107" fmla="*/ 91952 w 237406"/>
                <a:gd name="connsiteY107" fmla="*/ 663411 h 1139927"/>
                <a:gd name="connsiteX108" fmla="*/ 83509 w 237406"/>
                <a:gd name="connsiteY108" fmla="*/ 642076 h 1139927"/>
                <a:gd name="connsiteX109" fmla="*/ 73338 w 237406"/>
                <a:gd name="connsiteY109" fmla="*/ 622981 h 1139927"/>
                <a:gd name="connsiteX110" fmla="*/ 61946 w 237406"/>
                <a:gd name="connsiteY110" fmla="*/ 606127 h 1139927"/>
                <a:gd name="connsiteX111" fmla="*/ 25430 w 237406"/>
                <a:gd name="connsiteY111" fmla="*/ 491771 h 1139927"/>
                <a:gd name="connsiteX112" fmla="*/ 19530 w 237406"/>
                <a:gd name="connsiteY112" fmla="*/ 462222 h 1139927"/>
                <a:gd name="connsiteX113" fmla="*/ 11901 w 237406"/>
                <a:gd name="connsiteY113" fmla="*/ 432887 h 1139927"/>
                <a:gd name="connsiteX114" fmla="*/ 5493 w 237406"/>
                <a:gd name="connsiteY114" fmla="*/ 401098 h 1139927"/>
                <a:gd name="connsiteX115" fmla="*/ 2543 w 237406"/>
                <a:gd name="connsiteY115" fmla="*/ 368669 h 1139927"/>
                <a:gd name="connsiteX116" fmla="*/ 0 w 237406"/>
                <a:gd name="connsiteY116" fmla="*/ 334746 h 1139927"/>
                <a:gd name="connsiteX117" fmla="*/ 0 w 237406"/>
                <a:gd name="connsiteY117" fmla="*/ 300076 h 1139927"/>
                <a:gd name="connsiteX118" fmla="*/ 1729 w 237406"/>
                <a:gd name="connsiteY118" fmla="*/ 265087 h 1139927"/>
                <a:gd name="connsiteX119" fmla="*/ 5493 w 237406"/>
                <a:gd name="connsiteY119" fmla="*/ 230418 h 1139927"/>
                <a:gd name="connsiteX120" fmla="*/ 11087 w 237406"/>
                <a:gd name="connsiteY120" fmla="*/ 195855 h 1139927"/>
                <a:gd name="connsiteX121" fmla="*/ 16987 w 237406"/>
                <a:gd name="connsiteY121" fmla="*/ 162466 h 1139927"/>
                <a:gd name="connsiteX122" fmla="*/ 25430 w 237406"/>
                <a:gd name="connsiteY122" fmla="*/ 130037 h 1139927"/>
                <a:gd name="connsiteX123" fmla="*/ 35601 w 237406"/>
                <a:gd name="connsiteY123" fmla="*/ 99528 h 1139927"/>
                <a:gd name="connsiteX124" fmla="*/ 46180 w 237406"/>
                <a:gd name="connsiteY124" fmla="*/ 70619 h 1139927"/>
                <a:gd name="connsiteX125" fmla="*/ 58487 w 237406"/>
                <a:gd name="connsiteY125" fmla="*/ 44484 h 1139927"/>
                <a:gd name="connsiteX126" fmla="*/ 71608 w 237406"/>
                <a:gd name="connsiteY126" fmla="*/ 20695 h 1139927"/>
                <a:gd name="connsiteX127" fmla="*/ 87374 w 237406"/>
                <a:gd name="connsiteY127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0026 w 237406"/>
                <a:gd name="connsiteY73" fmla="*/ 702834 h 1139927"/>
                <a:gd name="connsiteX74" fmla="*/ 216554 w 237406"/>
                <a:gd name="connsiteY74" fmla="*/ 729229 h 1139927"/>
                <a:gd name="connsiteX75" fmla="*/ 209841 w 237406"/>
                <a:gd name="connsiteY75" fmla="*/ 750137 h 1139927"/>
                <a:gd name="connsiteX76" fmla="*/ 205976 w 237406"/>
                <a:gd name="connsiteY76" fmla="*/ 771472 h 1139927"/>
                <a:gd name="connsiteX77" fmla="*/ 204348 w 237406"/>
                <a:gd name="connsiteY77" fmla="*/ 793981 h 1139927"/>
                <a:gd name="connsiteX78" fmla="*/ 203433 w 237406"/>
                <a:gd name="connsiteY78" fmla="*/ 816596 h 1139927"/>
                <a:gd name="connsiteX79" fmla="*/ 204348 w 237406"/>
                <a:gd name="connsiteY79" fmla="*/ 839211 h 1139927"/>
                <a:gd name="connsiteX80" fmla="*/ 205976 w 237406"/>
                <a:gd name="connsiteY80" fmla="*/ 862360 h 1139927"/>
                <a:gd name="connsiteX81" fmla="*/ 208112 w 237406"/>
                <a:gd name="connsiteY81" fmla="*/ 885294 h 1139927"/>
                <a:gd name="connsiteX82" fmla="*/ 210655 w 237406"/>
                <a:gd name="connsiteY82" fmla="*/ 907803 h 1139927"/>
                <a:gd name="connsiteX83" fmla="*/ 211061 w 237406"/>
                <a:gd name="connsiteY83" fmla="*/ 940872 h 1139927"/>
                <a:gd name="connsiteX84" fmla="*/ 208925 w 237406"/>
                <a:gd name="connsiteY84" fmla="*/ 973941 h 1139927"/>
                <a:gd name="connsiteX85" fmla="*/ 205162 w 237406"/>
                <a:gd name="connsiteY85" fmla="*/ 1005731 h 1139927"/>
                <a:gd name="connsiteX86" fmla="*/ 200483 w 237406"/>
                <a:gd name="connsiteY86" fmla="*/ 1036879 h 1139927"/>
                <a:gd name="connsiteX87" fmla="*/ 194787 w 237406"/>
                <a:gd name="connsiteY87" fmla="*/ 1139927 h 1139927"/>
                <a:gd name="connsiteX88" fmla="*/ 24209 w 237406"/>
                <a:gd name="connsiteY88" fmla="*/ 1139927 h 1139927"/>
                <a:gd name="connsiteX89" fmla="*/ 43738 w 237406"/>
                <a:gd name="connsiteY89" fmla="*/ 1098004 h 1139927"/>
                <a:gd name="connsiteX90" fmla="*/ 67845 w 237406"/>
                <a:gd name="connsiteY90" fmla="*/ 1050534 h 1139927"/>
                <a:gd name="connsiteX91" fmla="*/ 76287 w 237406"/>
                <a:gd name="connsiteY91" fmla="*/ 1033359 h 1139927"/>
                <a:gd name="connsiteX92" fmla="*/ 83509 w 237406"/>
                <a:gd name="connsiteY92" fmla="*/ 1014264 h 1139927"/>
                <a:gd name="connsiteX93" fmla="*/ 90324 w 237406"/>
                <a:gd name="connsiteY93" fmla="*/ 993036 h 1139927"/>
                <a:gd name="connsiteX94" fmla="*/ 96631 w 237406"/>
                <a:gd name="connsiteY94" fmla="*/ 970421 h 1139927"/>
                <a:gd name="connsiteX95" fmla="*/ 101717 w 237406"/>
                <a:gd name="connsiteY95" fmla="*/ 945993 h 1139927"/>
                <a:gd name="connsiteX96" fmla="*/ 105582 w 237406"/>
                <a:gd name="connsiteY96" fmla="*/ 921137 h 1139927"/>
                <a:gd name="connsiteX97" fmla="*/ 109345 w 237406"/>
                <a:gd name="connsiteY97" fmla="*/ 895109 h 1139927"/>
                <a:gd name="connsiteX98" fmla="*/ 111888 w 237406"/>
                <a:gd name="connsiteY98" fmla="*/ 868760 h 1139927"/>
                <a:gd name="connsiteX99" fmla="*/ 114024 w 237406"/>
                <a:gd name="connsiteY99" fmla="*/ 841344 h 1139927"/>
                <a:gd name="connsiteX100" fmla="*/ 114024 w 237406"/>
                <a:gd name="connsiteY100" fmla="*/ 814356 h 1139927"/>
                <a:gd name="connsiteX101" fmla="*/ 114024 w 237406"/>
                <a:gd name="connsiteY101" fmla="*/ 787687 h 1139927"/>
                <a:gd name="connsiteX102" fmla="*/ 111888 w 237406"/>
                <a:gd name="connsiteY102" fmla="*/ 760912 h 1139927"/>
                <a:gd name="connsiteX103" fmla="*/ 108938 w 237406"/>
                <a:gd name="connsiteY103" fmla="*/ 735203 h 1139927"/>
                <a:gd name="connsiteX104" fmla="*/ 105175 w 237406"/>
                <a:gd name="connsiteY104" fmla="*/ 710135 h 1139927"/>
                <a:gd name="connsiteX105" fmla="*/ 99580 w 237406"/>
                <a:gd name="connsiteY105" fmla="*/ 685919 h 1139927"/>
                <a:gd name="connsiteX106" fmla="*/ 91952 w 237406"/>
                <a:gd name="connsiteY106" fmla="*/ 663411 h 1139927"/>
                <a:gd name="connsiteX107" fmla="*/ 83509 w 237406"/>
                <a:gd name="connsiteY107" fmla="*/ 642076 h 1139927"/>
                <a:gd name="connsiteX108" fmla="*/ 73338 w 237406"/>
                <a:gd name="connsiteY108" fmla="*/ 622981 h 1139927"/>
                <a:gd name="connsiteX109" fmla="*/ 61946 w 237406"/>
                <a:gd name="connsiteY109" fmla="*/ 606127 h 1139927"/>
                <a:gd name="connsiteX110" fmla="*/ 25430 w 237406"/>
                <a:gd name="connsiteY110" fmla="*/ 491771 h 1139927"/>
                <a:gd name="connsiteX111" fmla="*/ 19530 w 237406"/>
                <a:gd name="connsiteY111" fmla="*/ 462222 h 1139927"/>
                <a:gd name="connsiteX112" fmla="*/ 11901 w 237406"/>
                <a:gd name="connsiteY112" fmla="*/ 432887 h 1139927"/>
                <a:gd name="connsiteX113" fmla="*/ 5493 w 237406"/>
                <a:gd name="connsiteY113" fmla="*/ 401098 h 1139927"/>
                <a:gd name="connsiteX114" fmla="*/ 2543 w 237406"/>
                <a:gd name="connsiteY114" fmla="*/ 368669 h 1139927"/>
                <a:gd name="connsiteX115" fmla="*/ 0 w 237406"/>
                <a:gd name="connsiteY115" fmla="*/ 334746 h 1139927"/>
                <a:gd name="connsiteX116" fmla="*/ 0 w 237406"/>
                <a:gd name="connsiteY116" fmla="*/ 300076 h 1139927"/>
                <a:gd name="connsiteX117" fmla="*/ 1729 w 237406"/>
                <a:gd name="connsiteY117" fmla="*/ 265087 h 1139927"/>
                <a:gd name="connsiteX118" fmla="*/ 5493 w 237406"/>
                <a:gd name="connsiteY118" fmla="*/ 230418 h 1139927"/>
                <a:gd name="connsiteX119" fmla="*/ 11087 w 237406"/>
                <a:gd name="connsiteY119" fmla="*/ 195855 h 1139927"/>
                <a:gd name="connsiteX120" fmla="*/ 16987 w 237406"/>
                <a:gd name="connsiteY120" fmla="*/ 162466 h 1139927"/>
                <a:gd name="connsiteX121" fmla="*/ 25430 w 237406"/>
                <a:gd name="connsiteY121" fmla="*/ 130037 h 1139927"/>
                <a:gd name="connsiteX122" fmla="*/ 35601 w 237406"/>
                <a:gd name="connsiteY122" fmla="*/ 99528 h 1139927"/>
                <a:gd name="connsiteX123" fmla="*/ 46180 w 237406"/>
                <a:gd name="connsiteY123" fmla="*/ 70619 h 1139927"/>
                <a:gd name="connsiteX124" fmla="*/ 58487 w 237406"/>
                <a:gd name="connsiteY124" fmla="*/ 44484 h 1139927"/>
                <a:gd name="connsiteX125" fmla="*/ 71608 w 237406"/>
                <a:gd name="connsiteY125" fmla="*/ 20695 h 1139927"/>
                <a:gd name="connsiteX126" fmla="*/ 87374 w 237406"/>
                <a:gd name="connsiteY126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9841 w 237406"/>
                <a:gd name="connsiteY74" fmla="*/ 750137 h 1139927"/>
                <a:gd name="connsiteX75" fmla="*/ 205976 w 237406"/>
                <a:gd name="connsiteY75" fmla="*/ 771472 h 1139927"/>
                <a:gd name="connsiteX76" fmla="*/ 204348 w 237406"/>
                <a:gd name="connsiteY76" fmla="*/ 793981 h 1139927"/>
                <a:gd name="connsiteX77" fmla="*/ 203433 w 237406"/>
                <a:gd name="connsiteY77" fmla="*/ 816596 h 1139927"/>
                <a:gd name="connsiteX78" fmla="*/ 204348 w 237406"/>
                <a:gd name="connsiteY78" fmla="*/ 839211 h 1139927"/>
                <a:gd name="connsiteX79" fmla="*/ 205976 w 237406"/>
                <a:gd name="connsiteY79" fmla="*/ 862360 h 1139927"/>
                <a:gd name="connsiteX80" fmla="*/ 208112 w 237406"/>
                <a:gd name="connsiteY80" fmla="*/ 885294 h 1139927"/>
                <a:gd name="connsiteX81" fmla="*/ 210655 w 237406"/>
                <a:gd name="connsiteY81" fmla="*/ 907803 h 1139927"/>
                <a:gd name="connsiteX82" fmla="*/ 211061 w 237406"/>
                <a:gd name="connsiteY82" fmla="*/ 940872 h 1139927"/>
                <a:gd name="connsiteX83" fmla="*/ 208925 w 237406"/>
                <a:gd name="connsiteY83" fmla="*/ 973941 h 1139927"/>
                <a:gd name="connsiteX84" fmla="*/ 205162 w 237406"/>
                <a:gd name="connsiteY84" fmla="*/ 1005731 h 1139927"/>
                <a:gd name="connsiteX85" fmla="*/ 200483 w 237406"/>
                <a:gd name="connsiteY85" fmla="*/ 1036879 h 1139927"/>
                <a:gd name="connsiteX86" fmla="*/ 194787 w 237406"/>
                <a:gd name="connsiteY86" fmla="*/ 1139927 h 1139927"/>
                <a:gd name="connsiteX87" fmla="*/ 24209 w 237406"/>
                <a:gd name="connsiteY87" fmla="*/ 1139927 h 1139927"/>
                <a:gd name="connsiteX88" fmla="*/ 43738 w 237406"/>
                <a:gd name="connsiteY88" fmla="*/ 1098004 h 1139927"/>
                <a:gd name="connsiteX89" fmla="*/ 67845 w 237406"/>
                <a:gd name="connsiteY89" fmla="*/ 1050534 h 1139927"/>
                <a:gd name="connsiteX90" fmla="*/ 76287 w 237406"/>
                <a:gd name="connsiteY90" fmla="*/ 1033359 h 1139927"/>
                <a:gd name="connsiteX91" fmla="*/ 83509 w 237406"/>
                <a:gd name="connsiteY91" fmla="*/ 1014264 h 1139927"/>
                <a:gd name="connsiteX92" fmla="*/ 90324 w 237406"/>
                <a:gd name="connsiteY92" fmla="*/ 993036 h 1139927"/>
                <a:gd name="connsiteX93" fmla="*/ 96631 w 237406"/>
                <a:gd name="connsiteY93" fmla="*/ 970421 h 1139927"/>
                <a:gd name="connsiteX94" fmla="*/ 101717 w 237406"/>
                <a:gd name="connsiteY94" fmla="*/ 945993 h 1139927"/>
                <a:gd name="connsiteX95" fmla="*/ 105582 w 237406"/>
                <a:gd name="connsiteY95" fmla="*/ 921137 h 1139927"/>
                <a:gd name="connsiteX96" fmla="*/ 109345 w 237406"/>
                <a:gd name="connsiteY96" fmla="*/ 895109 h 1139927"/>
                <a:gd name="connsiteX97" fmla="*/ 111888 w 237406"/>
                <a:gd name="connsiteY97" fmla="*/ 868760 h 1139927"/>
                <a:gd name="connsiteX98" fmla="*/ 114024 w 237406"/>
                <a:gd name="connsiteY98" fmla="*/ 841344 h 1139927"/>
                <a:gd name="connsiteX99" fmla="*/ 114024 w 237406"/>
                <a:gd name="connsiteY99" fmla="*/ 814356 h 1139927"/>
                <a:gd name="connsiteX100" fmla="*/ 114024 w 237406"/>
                <a:gd name="connsiteY100" fmla="*/ 787687 h 1139927"/>
                <a:gd name="connsiteX101" fmla="*/ 111888 w 237406"/>
                <a:gd name="connsiteY101" fmla="*/ 760912 h 1139927"/>
                <a:gd name="connsiteX102" fmla="*/ 108938 w 237406"/>
                <a:gd name="connsiteY102" fmla="*/ 735203 h 1139927"/>
                <a:gd name="connsiteX103" fmla="*/ 105175 w 237406"/>
                <a:gd name="connsiteY103" fmla="*/ 710135 h 1139927"/>
                <a:gd name="connsiteX104" fmla="*/ 99580 w 237406"/>
                <a:gd name="connsiteY104" fmla="*/ 685919 h 1139927"/>
                <a:gd name="connsiteX105" fmla="*/ 91952 w 237406"/>
                <a:gd name="connsiteY105" fmla="*/ 663411 h 1139927"/>
                <a:gd name="connsiteX106" fmla="*/ 83509 w 237406"/>
                <a:gd name="connsiteY106" fmla="*/ 642076 h 1139927"/>
                <a:gd name="connsiteX107" fmla="*/ 73338 w 237406"/>
                <a:gd name="connsiteY107" fmla="*/ 622981 h 1139927"/>
                <a:gd name="connsiteX108" fmla="*/ 61946 w 237406"/>
                <a:gd name="connsiteY108" fmla="*/ 606127 h 1139927"/>
                <a:gd name="connsiteX109" fmla="*/ 25430 w 237406"/>
                <a:gd name="connsiteY109" fmla="*/ 491771 h 1139927"/>
                <a:gd name="connsiteX110" fmla="*/ 19530 w 237406"/>
                <a:gd name="connsiteY110" fmla="*/ 462222 h 1139927"/>
                <a:gd name="connsiteX111" fmla="*/ 11901 w 237406"/>
                <a:gd name="connsiteY111" fmla="*/ 432887 h 1139927"/>
                <a:gd name="connsiteX112" fmla="*/ 5493 w 237406"/>
                <a:gd name="connsiteY112" fmla="*/ 401098 h 1139927"/>
                <a:gd name="connsiteX113" fmla="*/ 2543 w 237406"/>
                <a:gd name="connsiteY113" fmla="*/ 368669 h 1139927"/>
                <a:gd name="connsiteX114" fmla="*/ 0 w 237406"/>
                <a:gd name="connsiteY114" fmla="*/ 334746 h 1139927"/>
                <a:gd name="connsiteX115" fmla="*/ 0 w 237406"/>
                <a:gd name="connsiteY115" fmla="*/ 300076 h 1139927"/>
                <a:gd name="connsiteX116" fmla="*/ 1729 w 237406"/>
                <a:gd name="connsiteY116" fmla="*/ 265087 h 1139927"/>
                <a:gd name="connsiteX117" fmla="*/ 5493 w 237406"/>
                <a:gd name="connsiteY117" fmla="*/ 230418 h 1139927"/>
                <a:gd name="connsiteX118" fmla="*/ 11087 w 237406"/>
                <a:gd name="connsiteY118" fmla="*/ 195855 h 1139927"/>
                <a:gd name="connsiteX119" fmla="*/ 16987 w 237406"/>
                <a:gd name="connsiteY119" fmla="*/ 162466 h 1139927"/>
                <a:gd name="connsiteX120" fmla="*/ 25430 w 237406"/>
                <a:gd name="connsiteY120" fmla="*/ 130037 h 1139927"/>
                <a:gd name="connsiteX121" fmla="*/ 35601 w 237406"/>
                <a:gd name="connsiteY121" fmla="*/ 99528 h 1139927"/>
                <a:gd name="connsiteX122" fmla="*/ 46180 w 237406"/>
                <a:gd name="connsiteY122" fmla="*/ 70619 h 1139927"/>
                <a:gd name="connsiteX123" fmla="*/ 58487 w 237406"/>
                <a:gd name="connsiteY123" fmla="*/ 44484 h 1139927"/>
                <a:gd name="connsiteX124" fmla="*/ 71608 w 237406"/>
                <a:gd name="connsiteY124" fmla="*/ 20695 h 1139927"/>
                <a:gd name="connsiteX125" fmla="*/ 87374 w 237406"/>
                <a:gd name="connsiteY125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5976 w 237406"/>
                <a:gd name="connsiteY74" fmla="*/ 771472 h 1139927"/>
                <a:gd name="connsiteX75" fmla="*/ 204348 w 237406"/>
                <a:gd name="connsiteY75" fmla="*/ 793981 h 1139927"/>
                <a:gd name="connsiteX76" fmla="*/ 203433 w 237406"/>
                <a:gd name="connsiteY76" fmla="*/ 816596 h 1139927"/>
                <a:gd name="connsiteX77" fmla="*/ 204348 w 237406"/>
                <a:gd name="connsiteY77" fmla="*/ 839211 h 1139927"/>
                <a:gd name="connsiteX78" fmla="*/ 205976 w 237406"/>
                <a:gd name="connsiteY78" fmla="*/ 862360 h 1139927"/>
                <a:gd name="connsiteX79" fmla="*/ 208112 w 237406"/>
                <a:gd name="connsiteY79" fmla="*/ 885294 h 1139927"/>
                <a:gd name="connsiteX80" fmla="*/ 210655 w 237406"/>
                <a:gd name="connsiteY80" fmla="*/ 907803 h 1139927"/>
                <a:gd name="connsiteX81" fmla="*/ 211061 w 237406"/>
                <a:gd name="connsiteY81" fmla="*/ 940872 h 1139927"/>
                <a:gd name="connsiteX82" fmla="*/ 208925 w 237406"/>
                <a:gd name="connsiteY82" fmla="*/ 973941 h 1139927"/>
                <a:gd name="connsiteX83" fmla="*/ 205162 w 237406"/>
                <a:gd name="connsiteY83" fmla="*/ 1005731 h 1139927"/>
                <a:gd name="connsiteX84" fmla="*/ 200483 w 237406"/>
                <a:gd name="connsiteY84" fmla="*/ 1036879 h 1139927"/>
                <a:gd name="connsiteX85" fmla="*/ 194787 w 237406"/>
                <a:gd name="connsiteY85" fmla="*/ 1139927 h 1139927"/>
                <a:gd name="connsiteX86" fmla="*/ 24209 w 237406"/>
                <a:gd name="connsiteY86" fmla="*/ 1139927 h 1139927"/>
                <a:gd name="connsiteX87" fmla="*/ 43738 w 237406"/>
                <a:gd name="connsiteY87" fmla="*/ 1098004 h 1139927"/>
                <a:gd name="connsiteX88" fmla="*/ 67845 w 237406"/>
                <a:gd name="connsiteY88" fmla="*/ 1050534 h 1139927"/>
                <a:gd name="connsiteX89" fmla="*/ 76287 w 237406"/>
                <a:gd name="connsiteY89" fmla="*/ 1033359 h 1139927"/>
                <a:gd name="connsiteX90" fmla="*/ 83509 w 237406"/>
                <a:gd name="connsiteY90" fmla="*/ 1014264 h 1139927"/>
                <a:gd name="connsiteX91" fmla="*/ 90324 w 237406"/>
                <a:gd name="connsiteY91" fmla="*/ 993036 h 1139927"/>
                <a:gd name="connsiteX92" fmla="*/ 96631 w 237406"/>
                <a:gd name="connsiteY92" fmla="*/ 970421 h 1139927"/>
                <a:gd name="connsiteX93" fmla="*/ 101717 w 237406"/>
                <a:gd name="connsiteY93" fmla="*/ 945993 h 1139927"/>
                <a:gd name="connsiteX94" fmla="*/ 105582 w 237406"/>
                <a:gd name="connsiteY94" fmla="*/ 921137 h 1139927"/>
                <a:gd name="connsiteX95" fmla="*/ 109345 w 237406"/>
                <a:gd name="connsiteY95" fmla="*/ 895109 h 1139927"/>
                <a:gd name="connsiteX96" fmla="*/ 111888 w 237406"/>
                <a:gd name="connsiteY96" fmla="*/ 868760 h 1139927"/>
                <a:gd name="connsiteX97" fmla="*/ 114024 w 237406"/>
                <a:gd name="connsiteY97" fmla="*/ 841344 h 1139927"/>
                <a:gd name="connsiteX98" fmla="*/ 114024 w 237406"/>
                <a:gd name="connsiteY98" fmla="*/ 814356 h 1139927"/>
                <a:gd name="connsiteX99" fmla="*/ 114024 w 237406"/>
                <a:gd name="connsiteY99" fmla="*/ 787687 h 1139927"/>
                <a:gd name="connsiteX100" fmla="*/ 111888 w 237406"/>
                <a:gd name="connsiteY100" fmla="*/ 760912 h 1139927"/>
                <a:gd name="connsiteX101" fmla="*/ 108938 w 237406"/>
                <a:gd name="connsiteY101" fmla="*/ 735203 h 1139927"/>
                <a:gd name="connsiteX102" fmla="*/ 105175 w 237406"/>
                <a:gd name="connsiteY102" fmla="*/ 710135 h 1139927"/>
                <a:gd name="connsiteX103" fmla="*/ 99580 w 237406"/>
                <a:gd name="connsiteY103" fmla="*/ 685919 h 1139927"/>
                <a:gd name="connsiteX104" fmla="*/ 91952 w 237406"/>
                <a:gd name="connsiteY104" fmla="*/ 663411 h 1139927"/>
                <a:gd name="connsiteX105" fmla="*/ 83509 w 237406"/>
                <a:gd name="connsiteY105" fmla="*/ 642076 h 1139927"/>
                <a:gd name="connsiteX106" fmla="*/ 73338 w 237406"/>
                <a:gd name="connsiteY106" fmla="*/ 622981 h 1139927"/>
                <a:gd name="connsiteX107" fmla="*/ 61946 w 237406"/>
                <a:gd name="connsiteY107" fmla="*/ 606127 h 1139927"/>
                <a:gd name="connsiteX108" fmla="*/ 25430 w 237406"/>
                <a:gd name="connsiteY108" fmla="*/ 491771 h 1139927"/>
                <a:gd name="connsiteX109" fmla="*/ 19530 w 237406"/>
                <a:gd name="connsiteY109" fmla="*/ 462222 h 1139927"/>
                <a:gd name="connsiteX110" fmla="*/ 11901 w 237406"/>
                <a:gd name="connsiteY110" fmla="*/ 432887 h 1139927"/>
                <a:gd name="connsiteX111" fmla="*/ 5493 w 237406"/>
                <a:gd name="connsiteY111" fmla="*/ 401098 h 1139927"/>
                <a:gd name="connsiteX112" fmla="*/ 2543 w 237406"/>
                <a:gd name="connsiteY112" fmla="*/ 368669 h 1139927"/>
                <a:gd name="connsiteX113" fmla="*/ 0 w 237406"/>
                <a:gd name="connsiteY113" fmla="*/ 334746 h 1139927"/>
                <a:gd name="connsiteX114" fmla="*/ 0 w 237406"/>
                <a:gd name="connsiteY114" fmla="*/ 300076 h 1139927"/>
                <a:gd name="connsiteX115" fmla="*/ 1729 w 237406"/>
                <a:gd name="connsiteY115" fmla="*/ 265087 h 1139927"/>
                <a:gd name="connsiteX116" fmla="*/ 5493 w 237406"/>
                <a:gd name="connsiteY116" fmla="*/ 230418 h 1139927"/>
                <a:gd name="connsiteX117" fmla="*/ 11087 w 237406"/>
                <a:gd name="connsiteY117" fmla="*/ 195855 h 1139927"/>
                <a:gd name="connsiteX118" fmla="*/ 16987 w 237406"/>
                <a:gd name="connsiteY118" fmla="*/ 162466 h 1139927"/>
                <a:gd name="connsiteX119" fmla="*/ 25430 w 237406"/>
                <a:gd name="connsiteY119" fmla="*/ 130037 h 1139927"/>
                <a:gd name="connsiteX120" fmla="*/ 35601 w 237406"/>
                <a:gd name="connsiteY120" fmla="*/ 99528 h 1139927"/>
                <a:gd name="connsiteX121" fmla="*/ 46180 w 237406"/>
                <a:gd name="connsiteY121" fmla="*/ 70619 h 1139927"/>
                <a:gd name="connsiteX122" fmla="*/ 58487 w 237406"/>
                <a:gd name="connsiteY122" fmla="*/ 44484 h 1139927"/>
                <a:gd name="connsiteX123" fmla="*/ 71608 w 237406"/>
                <a:gd name="connsiteY123" fmla="*/ 20695 h 1139927"/>
                <a:gd name="connsiteX124" fmla="*/ 87374 w 237406"/>
                <a:gd name="connsiteY124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237406" h="1139927">
                  <a:moveTo>
                    <a:pt x="87374" y="0"/>
                  </a:moveTo>
                  <a:cubicBezTo>
                    <a:pt x="86764" y="1707"/>
                    <a:pt x="86256" y="3414"/>
                    <a:pt x="85645" y="5121"/>
                  </a:cubicBezTo>
                  <a:cubicBezTo>
                    <a:pt x="85340" y="6294"/>
                    <a:pt x="85137" y="7361"/>
                    <a:pt x="84832" y="8534"/>
                  </a:cubicBezTo>
                  <a:lnTo>
                    <a:pt x="83916" y="10774"/>
                  </a:lnTo>
                  <a:lnTo>
                    <a:pt x="83916" y="12054"/>
                  </a:lnTo>
                  <a:lnTo>
                    <a:pt x="84832" y="12695"/>
                  </a:lnTo>
                  <a:lnTo>
                    <a:pt x="84832" y="13334"/>
                  </a:lnTo>
                  <a:lnTo>
                    <a:pt x="85645" y="13334"/>
                  </a:lnTo>
                  <a:lnTo>
                    <a:pt x="85645" y="14295"/>
                  </a:lnTo>
                  <a:cubicBezTo>
                    <a:pt x="85340" y="14935"/>
                    <a:pt x="85137" y="15575"/>
                    <a:pt x="84832" y="16215"/>
                  </a:cubicBezTo>
                  <a:lnTo>
                    <a:pt x="83916" y="19095"/>
                  </a:lnTo>
                  <a:lnTo>
                    <a:pt x="82695" y="23575"/>
                  </a:lnTo>
                  <a:cubicBezTo>
                    <a:pt x="81882" y="25709"/>
                    <a:pt x="80966" y="27736"/>
                    <a:pt x="80153" y="29869"/>
                  </a:cubicBezTo>
                  <a:cubicBezTo>
                    <a:pt x="78830" y="32856"/>
                    <a:pt x="77610" y="35843"/>
                    <a:pt x="76287" y="38830"/>
                  </a:cubicBezTo>
                  <a:cubicBezTo>
                    <a:pt x="75067" y="42457"/>
                    <a:pt x="73745" y="45977"/>
                    <a:pt x="72524" y="49604"/>
                  </a:cubicBezTo>
                  <a:cubicBezTo>
                    <a:pt x="70490" y="54298"/>
                    <a:pt x="68557" y="58885"/>
                    <a:pt x="66523" y="63579"/>
                  </a:cubicBezTo>
                  <a:cubicBezTo>
                    <a:pt x="64183" y="69232"/>
                    <a:pt x="61742" y="74779"/>
                    <a:pt x="59402" y="80433"/>
                  </a:cubicBezTo>
                  <a:cubicBezTo>
                    <a:pt x="56554" y="89181"/>
                    <a:pt x="53706" y="98034"/>
                    <a:pt x="50858" y="106782"/>
                  </a:cubicBezTo>
                  <a:cubicBezTo>
                    <a:pt x="48926" y="116169"/>
                    <a:pt x="46892" y="125663"/>
                    <a:pt x="44959" y="135051"/>
                  </a:cubicBezTo>
                  <a:cubicBezTo>
                    <a:pt x="43433" y="144758"/>
                    <a:pt x="41806" y="154359"/>
                    <a:pt x="40280" y="164066"/>
                  </a:cubicBezTo>
                  <a:cubicBezTo>
                    <a:pt x="38144" y="174307"/>
                    <a:pt x="36109" y="184655"/>
                    <a:pt x="33974" y="194895"/>
                  </a:cubicBezTo>
                  <a:cubicBezTo>
                    <a:pt x="33669" y="197135"/>
                    <a:pt x="33363" y="199269"/>
                    <a:pt x="33058" y="201509"/>
                  </a:cubicBezTo>
                  <a:lnTo>
                    <a:pt x="31838" y="211430"/>
                  </a:lnTo>
                  <a:cubicBezTo>
                    <a:pt x="31532" y="214950"/>
                    <a:pt x="31227" y="218363"/>
                    <a:pt x="30922" y="221884"/>
                  </a:cubicBezTo>
                  <a:cubicBezTo>
                    <a:pt x="30617" y="225724"/>
                    <a:pt x="30413" y="229458"/>
                    <a:pt x="30109" y="233298"/>
                  </a:cubicBezTo>
                  <a:lnTo>
                    <a:pt x="30109" y="245032"/>
                  </a:lnTo>
                  <a:cubicBezTo>
                    <a:pt x="30719" y="248553"/>
                    <a:pt x="31227" y="252073"/>
                    <a:pt x="31838" y="255593"/>
                  </a:cubicBezTo>
                  <a:cubicBezTo>
                    <a:pt x="32549" y="258687"/>
                    <a:pt x="33261" y="261674"/>
                    <a:pt x="33974" y="264767"/>
                  </a:cubicBezTo>
                  <a:cubicBezTo>
                    <a:pt x="35194" y="266901"/>
                    <a:pt x="36517" y="269034"/>
                    <a:pt x="37737" y="271168"/>
                  </a:cubicBezTo>
                  <a:lnTo>
                    <a:pt x="58081" y="269888"/>
                  </a:lnTo>
                  <a:lnTo>
                    <a:pt x="78017" y="264767"/>
                  </a:lnTo>
                  <a:lnTo>
                    <a:pt x="97038" y="256553"/>
                  </a:lnTo>
                  <a:lnTo>
                    <a:pt x="116567" y="245032"/>
                  </a:lnTo>
                  <a:lnTo>
                    <a:pt x="134367" y="231698"/>
                  </a:lnTo>
                  <a:lnTo>
                    <a:pt x="151761" y="215484"/>
                  </a:lnTo>
                  <a:lnTo>
                    <a:pt x="168239" y="198309"/>
                  </a:lnTo>
                  <a:lnTo>
                    <a:pt x="183496" y="180281"/>
                  </a:lnTo>
                  <a:lnTo>
                    <a:pt x="198347" y="161186"/>
                  </a:lnTo>
                  <a:lnTo>
                    <a:pt x="211061" y="141451"/>
                  </a:lnTo>
                  <a:lnTo>
                    <a:pt x="222962" y="122356"/>
                  </a:lnTo>
                  <a:cubicBezTo>
                    <a:pt x="226217" y="116169"/>
                    <a:pt x="229472" y="110089"/>
                    <a:pt x="232727" y="103902"/>
                  </a:cubicBezTo>
                  <a:lnTo>
                    <a:pt x="237406" y="103902"/>
                  </a:lnTo>
                  <a:lnTo>
                    <a:pt x="237406" y="105822"/>
                  </a:lnTo>
                  <a:cubicBezTo>
                    <a:pt x="234863" y="112009"/>
                    <a:pt x="232320" y="118089"/>
                    <a:pt x="229777" y="124277"/>
                  </a:cubicBezTo>
                  <a:cubicBezTo>
                    <a:pt x="226929" y="130677"/>
                    <a:pt x="224081" y="136971"/>
                    <a:pt x="221233" y="143371"/>
                  </a:cubicBezTo>
                  <a:cubicBezTo>
                    <a:pt x="218182" y="149559"/>
                    <a:pt x="215028" y="155639"/>
                    <a:pt x="211977" y="161826"/>
                  </a:cubicBezTo>
                  <a:lnTo>
                    <a:pt x="202619" y="179641"/>
                  </a:lnTo>
                  <a:cubicBezTo>
                    <a:pt x="199364" y="185401"/>
                    <a:pt x="196109" y="191268"/>
                    <a:pt x="192854" y="197029"/>
                  </a:cubicBezTo>
                  <a:lnTo>
                    <a:pt x="181869" y="213243"/>
                  </a:lnTo>
                  <a:lnTo>
                    <a:pt x="170375" y="228818"/>
                  </a:lnTo>
                  <a:lnTo>
                    <a:pt x="156440" y="243112"/>
                  </a:lnTo>
                  <a:lnTo>
                    <a:pt x="141996" y="257193"/>
                  </a:lnTo>
                  <a:lnTo>
                    <a:pt x="125010" y="268608"/>
                  </a:lnTo>
                  <a:lnTo>
                    <a:pt x="105582" y="279061"/>
                  </a:lnTo>
                  <a:lnTo>
                    <a:pt x="83916" y="288342"/>
                  </a:lnTo>
                  <a:lnTo>
                    <a:pt x="61030" y="295276"/>
                  </a:lnTo>
                  <a:lnTo>
                    <a:pt x="33974" y="300076"/>
                  </a:lnTo>
                  <a:cubicBezTo>
                    <a:pt x="34279" y="311171"/>
                    <a:pt x="34482" y="322372"/>
                    <a:pt x="34788" y="333466"/>
                  </a:cubicBezTo>
                  <a:cubicBezTo>
                    <a:pt x="36008" y="344026"/>
                    <a:pt x="37330" y="354694"/>
                    <a:pt x="38551" y="365255"/>
                  </a:cubicBezTo>
                  <a:cubicBezTo>
                    <a:pt x="40687" y="375282"/>
                    <a:pt x="42823" y="385416"/>
                    <a:pt x="44959" y="395444"/>
                  </a:cubicBezTo>
                  <a:cubicBezTo>
                    <a:pt x="47807" y="404938"/>
                    <a:pt x="50553" y="414539"/>
                    <a:pt x="53402" y="424033"/>
                  </a:cubicBezTo>
                  <a:cubicBezTo>
                    <a:pt x="56962" y="433100"/>
                    <a:pt x="60420" y="442274"/>
                    <a:pt x="63980" y="451341"/>
                  </a:cubicBezTo>
                  <a:cubicBezTo>
                    <a:pt x="67845" y="460089"/>
                    <a:pt x="71608" y="468730"/>
                    <a:pt x="75474" y="477477"/>
                  </a:cubicBezTo>
                  <a:lnTo>
                    <a:pt x="88595" y="502225"/>
                  </a:lnTo>
                  <a:lnTo>
                    <a:pt x="101717" y="526334"/>
                  </a:lnTo>
                  <a:cubicBezTo>
                    <a:pt x="103039" y="528254"/>
                    <a:pt x="104259" y="530174"/>
                    <a:pt x="105582" y="532094"/>
                  </a:cubicBezTo>
                  <a:lnTo>
                    <a:pt x="108938" y="539135"/>
                  </a:lnTo>
                  <a:cubicBezTo>
                    <a:pt x="110464" y="541695"/>
                    <a:pt x="112092" y="544149"/>
                    <a:pt x="113617" y="546709"/>
                  </a:cubicBezTo>
                  <a:lnTo>
                    <a:pt x="117889" y="554710"/>
                  </a:lnTo>
                  <a:cubicBezTo>
                    <a:pt x="119720" y="557270"/>
                    <a:pt x="121551" y="559723"/>
                    <a:pt x="123382" y="562283"/>
                  </a:cubicBezTo>
                  <a:cubicBezTo>
                    <a:pt x="125518" y="564417"/>
                    <a:pt x="127552" y="566550"/>
                    <a:pt x="129689" y="568684"/>
                  </a:cubicBezTo>
                  <a:lnTo>
                    <a:pt x="134505" y="572253"/>
                  </a:lnTo>
                  <a:lnTo>
                    <a:pt x="133384" y="574141"/>
                  </a:lnTo>
                  <a:cubicBezTo>
                    <a:pt x="177965" y="639918"/>
                    <a:pt x="202163" y="664925"/>
                    <a:pt x="205976" y="771472"/>
                  </a:cubicBezTo>
                  <a:cubicBezTo>
                    <a:pt x="205467" y="778940"/>
                    <a:pt x="204857" y="786514"/>
                    <a:pt x="204348" y="793981"/>
                  </a:cubicBezTo>
                  <a:cubicBezTo>
                    <a:pt x="204043" y="801555"/>
                    <a:pt x="203738" y="809022"/>
                    <a:pt x="203433" y="816596"/>
                  </a:cubicBezTo>
                  <a:cubicBezTo>
                    <a:pt x="203738" y="824170"/>
                    <a:pt x="204043" y="831637"/>
                    <a:pt x="204348" y="839211"/>
                  </a:cubicBezTo>
                  <a:cubicBezTo>
                    <a:pt x="204857" y="846891"/>
                    <a:pt x="205467" y="854679"/>
                    <a:pt x="205976" y="862360"/>
                  </a:cubicBezTo>
                  <a:cubicBezTo>
                    <a:pt x="206687" y="870040"/>
                    <a:pt x="207400" y="877614"/>
                    <a:pt x="208112" y="885294"/>
                  </a:cubicBezTo>
                  <a:cubicBezTo>
                    <a:pt x="208925" y="892762"/>
                    <a:pt x="209841" y="900336"/>
                    <a:pt x="210655" y="907803"/>
                  </a:cubicBezTo>
                  <a:cubicBezTo>
                    <a:pt x="210756" y="918790"/>
                    <a:pt x="210960" y="929884"/>
                    <a:pt x="211061" y="940872"/>
                  </a:cubicBezTo>
                  <a:cubicBezTo>
                    <a:pt x="210349" y="951860"/>
                    <a:pt x="209637" y="962954"/>
                    <a:pt x="208925" y="973941"/>
                  </a:cubicBezTo>
                  <a:cubicBezTo>
                    <a:pt x="207705" y="984502"/>
                    <a:pt x="206383" y="995170"/>
                    <a:pt x="205162" y="1005731"/>
                  </a:cubicBezTo>
                  <a:cubicBezTo>
                    <a:pt x="203636" y="1016078"/>
                    <a:pt x="202008" y="1026532"/>
                    <a:pt x="200483" y="1036879"/>
                  </a:cubicBezTo>
                  <a:cubicBezTo>
                    <a:pt x="197330" y="1072189"/>
                    <a:pt x="197940" y="1104618"/>
                    <a:pt x="194787" y="1139927"/>
                  </a:cubicBezTo>
                  <a:lnTo>
                    <a:pt x="24209" y="1139927"/>
                  </a:lnTo>
                  <a:lnTo>
                    <a:pt x="43738" y="1098004"/>
                  </a:lnTo>
                  <a:lnTo>
                    <a:pt x="67845" y="1050534"/>
                  </a:lnTo>
                  <a:cubicBezTo>
                    <a:pt x="70693" y="1044773"/>
                    <a:pt x="73439" y="1039120"/>
                    <a:pt x="76287" y="1033359"/>
                  </a:cubicBezTo>
                  <a:cubicBezTo>
                    <a:pt x="78729" y="1026959"/>
                    <a:pt x="81068" y="1020665"/>
                    <a:pt x="83509" y="1014264"/>
                  </a:cubicBezTo>
                  <a:cubicBezTo>
                    <a:pt x="85747" y="1007224"/>
                    <a:pt x="88087" y="1000076"/>
                    <a:pt x="90324" y="993036"/>
                  </a:cubicBezTo>
                  <a:cubicBezTo>
                    <a:pt x="92461" y="985462"/>
                    <a:pt x="94495" y="977995"/>
                    <a:pt x="96631" y="970421"/>
                  </a:cubicBezTo>
                  <a:cubicBezTo>
                    <a:pt x="98360" y="962314"/>
                    <a:pt x="99988" y="954100"/>
                    <a:pt x="101717" y="945993"/>
                  </a:cubicBezTo>
                  <a:cubicBezTo>
                    <a:pt x="103039" y="937672"/>
                    <a:pt x="104259" y="929458"/>
                    <a:pt x="105582" y="921137"/>
                  </a:cubicBezTo>
                  <a:cubicBezTo>
                    <a:pt x="106802" y="912497"/>
                    <a:pt x="108125" y="903749"/>
                    <a:pt x="109345" y="895109"/>
                  </a:cubicBezTo>
                  <a:cubicBezTo>
                    <a:pt x="110159" y="886361"/>
                    <a:pt x="111075" y="877507"/>
                    <a:pt x="111888" y="868760"/>
                  </a:cubicBezTo>
                  <a:cubicBezTo>
                    <a:pt x="112600" y="859586"/>
                    <a:pt x="113312" y="850519"/>
                    <a:pt x="114024" y="841344"/>
                  </a:cubicBezTo>
                  <a:lnTo>
                    <a:pt x="114024" y="814356"/>
                  </a:lnTo>
                  <a:lnTo>
                    <a:pt x="114024" y="787687"/>
                  </a:lnTo>
                  <a:cubicBezTo>
                    <a:pt x="113312" y="778726"/>
                    <a:pt x="112600" y="769872"/>
                    <a:pt x="111888" y="760912"/>
                  </a:cubicBezTo>
                  <a:cubicBezTo>
                    <a:pt x="110871" y="752377"/>
                    <a:pt x="109955" y="743737"/>
                    <a:pt x="108938" y="735203"/>
                  </a:cubicBezTo>
                  <a:cubicBezTo>
                    <a:pt x="107718" y="726882"/>
                    <a:pt x="106396" y="718455"/>
                    <a:pt x="105175" y="710135"/>
                  </a:cubicBezTo>
                  <a:cubicBezTo>
                    <a:pt x="103344" y="702027"/>
                    <a:pt x="101411" y="694027"/>
                    <a:pt x="99580" y="685919"/>
                  </a:cubicBezTo>
                  <a:cubicBezTo>
                    <a:pt x="97038" y="678452"/>
                    <a:pt x="94495" y="670878"/>
                    <a:pt x="91952" y="663411"/>
                  </a:cubicBezTo>
                  <a:cubicBezTo>
                    <a:pt x="89104" y="656264"/>
                    <a:pt x="86357" y="649223"/>
                    <a:pt x="83509" y="642076"/>
                  </a:cubicBezTo>
                  <a:cubicBezTo>
                    <a:pt x="80153" y="635676"/>
                    <a:pt x="76695" y="629382"/>
                    <a:pt x="73338" y="622981"/>
                  </a:cubicBezTo>
                  <a:cubicBezTo>
                    <a:pt x="69574" y="617327"/>
                    <a:pt x="65709" y="611780"/>
                    <a:pt x="61946" y="606127"/>
                  </a:cubicBezTo>
                  <a:cubicBezTo>
                    <a:pt x="47620" y="569040"/>
                    <a:pt x="29963" y="538582"/>
                    <a:pt x="25430" y="491771"/>
                  </a:cubicBezTo>
                  <a:cubicBezTo>
                    <a:pt x="23023" y="472285"/>
                    <a:pt x="21785" y="472036"/>
                    <a:pt x="19530" y="462222"/>
                  </a:cubicBezTo>
                  <a:cubicBezTo>
                    <a:pt x="16987" y="452408"/>
                    <a:pt x="14444" y="442701"/>
                    <a:pt x="11901" y="432887"/>
                  </a:cubicBezTo>
                  <a:cubicBezTo>
                    <a:pt x="9765" y="422326"/>
                    <a:pt x="7629" y="411658"/>
                    <a:pt x="5493" y="401098"/>
                  </a:cubicBezTo>
                  <a:cubicBezTo>
                    <a:pt x="4476" y="390323"/>
                    <a:pt x="3560" y="379443"/>
                    <a:pt x="2543" y="368669"/>
                  </a:cubicBezTo>
                  <a:cubicBezTo>
                    <a:pt x="1729" y="357361"/>
                    <a:pt x="814" y="346053"/>
                    <a:pt x="0" y="334746"/>
                  </a:cubicBezTo>
                  <a:lnTo>
                    <a:pt x="0" y="300076"/>
                  </a:lnTo>
                  <a:cubicBezTo>
                    <a:pt x="610" y="288449"/>
                    <a:pt x="1119" y="276715"/>
                    <a:pt x="1729" y="265087"/>
                  </a:cubicBezTo>
                  <a:cubicBezTo>
                    <a:pt x="2950" y="253566"/>
                    <a:pt x="4272" y="241939"/>
                    <a:pt x="5493" y="230418"/>
                  </a:cubicBezTo>
                  <a:cubicBezTo>
                    <a:pt x="7324" y="218897"/>
                    <a:pt x="9256" y="207376"/>
                    <a:pt x="11087" y="195855"/>
                  </a:cubicBezTo>
                  <a:cubicBezTo>
                    <a:pt x="13020" y="184761"/>
                    <a:pt x="15055" y="173560"/>
                    <a:pt x="16987" y="162466"/>
                  </a:cubicBezTo>
                  <a:cubicBezTo>
                    <a:pt x="19835" y="151692"/>
                    <a:pt x="22582" y="140811"/>
                    <a:pt x="25430" y="130037"/>
                  </a:cubicBezTo>
                  <a:cubicBezTo>
                    <a:pt x="28786" y="119903"/>
                    <a:pt x="32244" y="109662"/>
                    <a:pt x="35601" y="99528"/>
                  </a:cubicBezTo>
                  <a:cubicBezTo>
                    <a:pt x="39161" y="89927"/>
                    <a:pt x="42619" y="80220"/>
                    <a:pt x="46180" y="70619"/>
                  </a:cubicBezTo>
                  <a:cubicBezTo>
                    <a:pt x="50248" y="61872"/>
                    <a:pt x="54419" y="53231"/>
                    <a:pt x="58487" y="44484"/>
                  </a:cubicBezTo>
                  <a:lnTo>
                    <a:pt x="71608" y="20695"/>
                  </a:lnTo>
                  <a:lnTo>
                    <a:pt x="873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grpSp>
          <p:nvGrpSpPr>
            <p:cNvPr id="53" name="그룹 126">
              <a:extLst>
                <a:ext uri="{FF2B5EF4-FFF2-40B4-BE49-F238E27FC236}">
                  <a16:creationId xmlns:a16="http://schemas.microsoft.com/office/drawing/2014/main" id="{E06E2ED9-4AF4-4DCF-B19F-DCAD2302DB23}"/>
                </a:ext>
              </a:extLst>
            </p:cNvPr>
            <p:cNvGrpSpPr/>
            <p:nvPr/>
          </p:nvGrpSpPr>
          <p:grpSpPr>
            <a:xfrm>
              <a:off x="4041120" y="3338087"/>
              <a:ext cx="438446" cy="438446"/>
              <a:chOff x="2460435" y="1380960"/>
              <a:chExt cx="914400" cy="914400"/>
            </a:xfrm>
            <a:grpFill/>
          </p:grpSpPr>
          <p:sp>
            <p:nvSpPr>
              <p:cNvPr id="58" name="타원 127">
                <a:extLst>
                  <a:ext uri="{FF2B5EF4-FFF2-40B4-BE49-F238E27FC236}">
                    <a16:creationId xmlns:a16="http://schemas.microsoft.com/office/drawing/2014/main" id="{1112C637-65F2-4A94-AA63-321F0E93331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59" name="타원 128">
                <a:extLst>
                  <a:ext uri="{FF2B5EF4-FFF2-40B4-BE49-F238E27FC236}">
                    <a16:creationId xmlns:a16="http://schemas.microsoft.com/office/drawing/2014/main" id="{5B16A2F5-0C00-48FE-B727-057F98C1FC79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60" name="Block Arc 11">
                <a:extLst>
                  <a:ext uri="{FF2B5EF4-FFF2-40B4-BE49-F238E27FC236}">
                    <a16:creationId xmlns:a16="http://schemas.microsoft.com/office/drawing/2014/main" id="{7BF3A747-80F9-498C-A08C-57D752468A64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54" name="그룹 130">
              <a:extLst>
                <a:ext uri="{FF2B5EF4-FFF2-40B4-BE49-F238E27FC236}">
                  <a16:creationId xmlns:a16="http://schemas.microsoft.com/office/drawing/2014/main" id="{B93867EC-A978-4B89-BE65-6DC471D3958A}"/>
                </a:ext>
              </a:extLst>
            </p:cNvPr>
            <p:cNvGrpSpPr/>
            <p:nvPr/>
          </p:nvGrpSpPr>
          <p:grpSpPr>
            <a:xfrm>
              <a:off x="4355615" y="3651586"/>
              <a:ext cx="438446" cy="438446"/>
              <a:chOff x="2460435" y="1380960"/>
              <a:chExt cx="914400" cy="914400"/>
            </a:xfrm>
            <a:grpFill/>
          </p:grpSpPr>
          <p:sp>
            <p:nvSpPr>
              <p:cNvPr id="55" name="타원 131">
                <a:extLst>
                  <a:ext uri="{FF2B5EF4-FFF2-40B4-BE49-F238E27FC236}">
                    <a16:creationId xmlns:a16="http://schemas.microsoft.com/office/drawing/2014/main" id="{46D13C7B-2F90-4DBA-9184-D662610F8D0A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56" name="타원 132">
                <a:extLst>
                  <a:ext uri="{FF2B5EF4-FFF2-40B4-BE49-F238E27FC236}">
                    <a16:creationId xmlns:a16="http://schemas.microsoft.com/office/drawing/2014/main" id="{B647EC25-FDF3-49CE-ADE2-9F9F04DF174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57" name="Block Arc 11">
                <a:extLst>
                  <a:ext uri="{FF2B5EF4-FFF2-40B4-BE49-F238E27FC236}">
                    <a16:creationId xmlns:a16="http://schemas.microsoft.com/office/drawing/2014/main" id="{CCABC306-A788-4695-876B-36FF1E0CA75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B301068-FB70-4A27-9D24-5A418C2344B0}"/>
              </a:ext>
            </a:extLst>
          </p:cNvPr>
          <p:cNvGrpSpPr/>
          <p:nvPr/>
        </p:nvGrpSpPr>
        <p:grpSpPr>
          <a:xfrm rot="1316684">
            <a:off x="9048" y="3047674"/>
            <a:ext cx="3983752" cy="1682309"/>
            <a:chOff x="696989" y="3116323"/>
            <a:chExt cx="2391245" cy="1009805"/>
          </a:xfrm>
        </p:grpSpPr>
        <p:grpSp>
          <p:nvGrpSpPr>
            <p:cNvPr id="62" name="그룹 13">
              <a:extLst>
                <a:ext uri="{FF2B5EF4-FFF2-40B4-BE49-F238E27FC236}">
                  <a16:creationId xmlns:a16="http://schemas.microsoft.com/office/drawing/2014/main" id="{89D045B9-6B3C-4E80-A67A-2B3BB52D8022}"/>
                </a:ext>
              </a:extLst>
            </p:cNvPr>
            <p:cNvGrpSpPr/>
            <p:nvPr/>
          </p:nvGrpSpPr>
          <p:grpSpPr>
            <a:xfrm rot="20829850">
              <a:off x="696989" y="3239648"/>
              <a:ext cx="1591270" cy="871586"/>
              <a:chOff x="2380909" y="2446766"/>
              <a:chExt cx="2745257" cy="1503659"/>
            </a:xfrm>
          </p:grpSpPr>
          <p:sp>
            <p:nvSpPr>
              <p:cNvPr id="68" name="자유형: 도형 19">
                <a:extLst>
                  <a:ext uri="{FF2B5EF4-FFF2-40B4-BE49-F238E27FC236}">
                    <a16:creationId xmlns:a16="http://schemas.microsoft.com/office/drawing/2014/main" id="{586F7E49-FF97-4AA8-82BC-849F111D416B}"/>
                  </a:ext>
                </a:extLst>
              </p:cNvPr>
              <p:cNvSpPr/>
              <p:nvPr/>
            </p:nvSpPr>
            <p:spPr>
              <a:xfrm rot="1231697">
                <a:off x="3121386" y="2561926"/>
                <a:ext cx="2004780" cy="1388499"/>
              </a:xfrm>
              <a:custGeom>
                <a:avLst/>
                <a:gdLst>
                  <a:gd name="connsiteX0" fmla="*/ 679840 w 2951501"/>
                  <a:gd name="connsiteY0" fmla="*/ 1516490 h 1616735"/>
                  <a:gd name="connsiteX1" fmla="*/ 1817700 w 2951501"/>
                  <a:gd name="connsiteY1" fmla="*/ 1516490 h 1616735"/>
                  <a:gd name="connsiteX2" fmla="*/ 1817700 w 2951501"/>
                  <a:gd name="connsiteY2" fmla="*/ 1567623 h 1616735"/>
                  <a:gd name="connsiteX3" fmla="*/ 1774636 w 2951501"/>
                  <a:gd name="connsiteY3" fmla="*/ 1616735 h 1616735"/>
                  <a:gd name="connsiteX4" fmla="*/ 722905 w 2951501"/>
                  <a:gd name="connsiteY4" fmla="*/ 1616735 h 1616735"/>
                  <a:gd name="connsiteX5" fmla="*/ 679840 w 2951501"/>
                  <a:gd name="connsiteY5" fmla="*/ 1567623 h 1616735"/>
                  <a:gd name="connsiteX6" fmla="*/ 679840 w 2951501"/>
                  <a:gd name="connsiteY6" fmla="*/ 1407500 h 1616735"/>
                  <a:gd name="connsiteX7" fmla="*/ 1817700 w 2951501"/>
                  <a:gd name="connsiteY7" fmla="*/ 1407500 h 1616735"/>
                  <a:gd name="connsiteX8" fmla="*/ 1817700 w 2951501"/>
                  <a:gd name="connsiteY8" fmla="*/ 1472848 h 1616735"/>
                  <a:gd name="connsiteX9" fmla="*/ 679840 w 2951501"/>
                  <a:gd name="connsiteY9" fmla="*/ 1472848 h 1616735"/>
                  <a:gd name="connsiteX10" fmla="*/ 1817700 w 2951501"/>
                  <a:gd name="connsiteY10" fmla="*/ 611112 h 1616735"/>
                  <a:gd name="connsiteX11" fmla="*/ 1817700 w 2951501"/>
                  <a:gd name="connsiteY11" fmla="*/ 973623 h 1616735"/>
                  <a:gd name="connsiteX12" fmla="*/ 2224001 w 2951501"/>
                  <a:gd name="connsiteY12" fmla="*/ 611112 h 1616735"/>
                  <a:gd name="connsiteX13" fmla="*/ 449189 w 2951501"/>
                  <a:gd name="connsiteY13" fmla="*/ 386587 h 1616735"/>
                  <a:gd name="connsiteX14" fmla="*/ 239392 w 2951501"/>
                  <a:gd name="connsiteY14" fmla="*/ 437793 h 1616735"/>
                  <a:gd name="connsiteX15" fmla="*/ 127717 w 2951501"/>
                  <a:gd name="connsiteY15" fmla="*/ 563345 h 1616735"/>
                  <a:gd name="connsiteX16" fmla="*/ 119224 w 2951501"/>
                  <a:gd name="connsiteY16" fmla="*/ 813828 h 1616735"/>
                  <a:gd name="connsiteX17" fmla="*/ 118041 w 2951501"/>
                  <a:gd name="connsiteY17" fmla="*/ 814226 h 1616735"/>
                  <a:gd name="connsiteX18" fmla="*/ 156579 w 2951501"/>
                  <a:gd name="connsiteY18" fmla="*/ 873845 h 1616735"/>
                  <a:gd name="connsiteX19" fmla="*/ 319223 w 2951501"/>
                  <a:gd name="connsiteY19" fmla="*/ 1023753 h 1616735"/>
                  <a:gd name="connsiteX20" fmla="*/ 318718 w 2951501"/>
                  <a:gd name="connsiteY20" fmla="*/ 1024809 h 1616735"/>
                  <a:gd name="connsiteX21" fmla="*/ 679840 w 2951501"/>
                  <a:gd name="connsiteY21" fmla="*/ 1198510 h 1616735"/>
                  <a:gd name="connsiteX22" fmla="*/ 679840 w 2951501"/>
                  <a:gd name="connsiteY22" fmla="*/ 494818 h 1616735"/>
                  <a:gd name="connsiteX23" fmla="*/ 613050 w 2951501"/>
                  <a:gd name="connsiteY23" fmla="*/ 439426 h 1616735"/>
                  <a:gd name="connsiteX24" fmla="*/ 522606 w 2951501"/>
                  <a:gd name="connsiteY24" fmla="*/ 399416 h 1616735"/>
                  <a:gd name="connsiteX25" fmla="*/ 449189 w 2951501"/>
                  <a:gd name="connsiteY25" fmla="*/ 386587 h 1616735"/>
                  <a:gd name="connsiteX26" fmla="*/ 2556092 w 2951501"/>
                  <a:gd name="connsiteY26" fmla="*/ 0 h 1616735"/>
                  <a:gd name="connsiteX27" fmla="*/ 2951501 w 2951501"/>
                  <a:gd name="connsiteY27" fmla="*/ 404658 h 1616735"/>
                  <a:gd name="connsiteX28" fmla="*/ 2608538 w 2951501"/>
                  <a:gd name="connsiteY28" fmla="*/ 418986 h 1616735"/>
                  <a:gd name="connsiteX29" fmla="*/ 2606605 w 2951501"/>
                  <a:gd name="connsiteY29" fmla="*/ 417008 h 1616735"/>
                  <a:gd name="connsiteX30" fmla="*/ 1820087 w 2951501"/>
                  <a:gd name="connsiteY30" fmla="*/ 1344294 h 1616735"/>
                  <a:gd name="connsiteX31" fmla="*/ 1817700 w 2951501"/>
                  <a:gd name="connsiteY31" fmla="*/ 1341966 h 1616735"/>
                  <a:gd name="connsiteX32" fmla="*/ 1817700 w 2951501"/>
                  <a:gd name="connsiteY32" fmla="*/ 1363858 h 1616735"/>
                  <a:gd name="connsiteX33" fmla="*/ 679840 w 2951501"/>
                  <a:gd name="connsiteY33" fmla="*/ 1363858 h 1616735"/>
                  <a:gd name="connsiteX34" fmla="*/ 679840 w 2951501"/>
                  <a:gd name="connsiteY34" fmla="*/ 1307744 h 1616735"/>
                  <a:gd name="connsiteX35" fmla="*/ 268830 w 2951501"/>
                  <a:gd name="connsiteY35" fmla="*/ 1110047 h 1616735"/>
                  <a:gd name="connsiteX36" fmla="*/ 270209 w 2951501"/>
                  <a:gd name="connsiteY36" fmla="*/ 1107180 h 1616735"/>
                  <a:gd name="connsiteX37" fmla="*/ 198248 w 2951501"/>
                  <a:gd name="connsiteY37" fmla="*/ 1056644 h 1616735"/>
                  <a:gd name="connsiteX38" fmla="*/ 55623 w 2951501"/>
                  <a:gd name="connsiteY38" fmla="*/ 898485 h 1616735"/>
                  <a:gd name="connsiteX39" fmla="*/ 1591 w 2951501"/>
                  <a:gd name="connsiteY39" fmla="*/ 738051 h 1616735"/>
                  <a:gd name="connsiteX40" fmla="*/ 88988 w 2951501"/>
                  <a:gd name="connsiteY40" fmla="*/ 428893 h 1616735"/>
                  <a:gd name="connsiteX41" fmla="*/ 91156 w 2951501"/>
                  <a:gd name="connsiteY41" fmla="*/ 430488 h 1616735"/>
                  <a:gd name="connsiteX42" fmla="*/ 424588 w 2951501"/>
                  <a:gd name="connsiteY42" fmla="*/ 285218 h 1616735"/>
                  <a:gd name="connsiteX43" fmla="*/ 550151 w 2951501"/>
                  <a:gd name="connsiteY43" fmla="*/ 302724 h 1616735"/>
                  <a:gd name="connsiteX44" fmla="*/ 666090 w 2951501"/>
                  <a:gd name="connsiteY44" fmla="*/ 354013 h 1616735"/>
                  <a:gd name="connsiteX45" fmla="*/ 690060 w 2951501"/>
                  <a:gd name="connsiteY45" fmla="*/ 373892 h 1616735"/>
                  <a:gd name="connsiteX46" fmla="*/ 692454 w 2951501"/>
                  <a:gd name="connsiteY46" fmla="*/ 367302 h 1616735"/>
                  <a:gd name="connsiteX47" fmla="*/ 722905 w 2951501"/>
                  <a:gd name="connsiteY47" fmla="*/ 352917 h 1616735"/>
                  <a:gd name="connsiteX48" fmla="*/ 1774636 w 2951501"/>
                  <a:gd name="connsiteY48" fmla="*/ 352917 h 1616735"/>
                  <a:gd name="connsiteX49" fmla="*/ 1817700 w 2951501"/>
                  <a:gd name="connsiteY49" fmla="*/ 402029 h 1616735"/>
                  <a:gd name="connsiteX50" fmla="*/ 1817700 w 2951501"/>
                  <a:gd name="connsiteY50" fmla="*/ 525619 h 1616735"/>
                  <a:gd name="connsiteX51" fmla="*/ 2319822 w 2951501"/>
                  <a:gd name="connsiteY51" fmla="*/ 525619 h 1616735"/>
                  <a:gd name="connsiteX52" fmla="*/ 2530110 w 2951501"/>
                  <a:gd name="connsiteY52" fmla="*/ 337995 h 1616735"/>
                  <a:gd name="connsiteX53" fmla="*/ 2533895 w 2951501"/>
                  <a:gd name="connsiteY53" fmla="*/ 341686 h 1616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951501" h="1616735">
                    <a:moveTo>
                      <a:pt x="679840" y="1516490"/>
                    </a:moveTo>
                    <a:lnTo>
                      <a:pt x="1817700" y="1516490"/>
                    </a:lnTo>
                    <a:lnTo>
                      <a:pt x="1817700" y="1567623"/>
                    </a:lnTo>
                    <a:cubicBezTo>
                      <a:pt x="1817700" y="1594747"/>
                      <a:pt x="1798420" y="1616735"/>
                      <a:pt x="1774636" y="1616735"/>
                    </a:cubicBezTo>
                    <a:lnTo>
                      <a:pt x="722905" y="1616735"/>
                    </a:lnTo>
                    <a:cubicBezTo>
                      <a:pt x="699121" y="1616735"/>
                      <a:pt x="679840" y="1594747"/>
                      <a:pt x="679840" y="1567623"/>
                    </a:cubicBezTo>
                    <a:close/>
                    <a:moveTo>
                      <a:pt x="679840" y="1407500"/>
                    </a:moveTo>
                    <a:lnTo>
                      <a:pt x="1817700" y="1407500"/>
                    </a:lnTo>
                    <a:lnTo>
                      <a:pt x="1817700" y="1472848"/>
                    </a:lnTo>
                    <a:lnTo>
                      <a:pt x="679840" y="1472848"/>
                    </a:lnTo>
                    <a:close/>
                    <a:moveTo>
                      <a:pt x="1817700" y="611112"/>
                    </a:moveTo>
                    <a:lnTo>
                      <a:pt x="1817700" y="973623"/>
                    </a:lnTo>
                    <a:lnTo>
                      <a:pt x="2224001" y="611112"/>
                    </a:lnTo>
                    <a:close/>
                    <a:moveTo>
                      <a:pt x="449189" y="386587"/>
                    </a:moveTo>
                    <a:cubicBezTo>
                      <a:pt x="375505" y="381552"/>
                      <a:pt x="302157" y="399580"/>
                      <a:pt x="239392" y="437793"/>
                    </a:cubicBezTo>
                    <a:cubicBezTo>
                      <a:pt x="191686" y="474403"/>
                      <a:pt x="154461" y="503154"/>
                      <a:pt x="127717" y="563345"/>
                    </a:cubicBezTo>
                    <a:cubicBezTo>
                      <a:pt x="95043" y="642185"/>
                      <a:pt x="91358" y="731154"/>
                      <a:pt x="119224" y="813828"/>
                    </a:cubicBezTo>
                    <a:lnTo>
                      <a:pt x="118041" y="814226"/>
                    </a:lnTo>
                    <a:lnTo>
                      <a:pt x="156579" y="873845"/>
                    </a:lnTo>
                    <a:cubicBezTo>
                      <a:pt x="200043" y="932336"/>
                      <a:pt x="255879" y="983997"/>
                      <a:pt x="319223" y="1023753"/>
                    </a:cubicBezTo>
                    <a:lnTo>
                      <a:pt x="318718" y="1024809"/>
                    </a:lnTo>
                    <a:lnTo>
                      <a:pt x="679840" y="1198510"/>
                    </a:lnTo>
                    <a:lnTo>
                      <a:pt x="679840" y="494818"/>
                    </a:lnTo>
                    <a:lnTo>
                      <a:pt x="613050" y="439426"/>
                    </a:lnTo>
                    <a:cubicBezTo>
                      <a:pt x="585307" y="422195"/>
                      <a:pt x="554948" y="408629"/>
                      <a:pt x="522606" y="399416"/>
                    </a:cubicBezTo>
                    <a:cubicBezTo>
                      <a:pt x="498349" y="392506"/>
                      <a:pt x="473751" y="388265"/>
                      <a:pt x="449189" y="386587"/>
                    </a:cubicBezTo>
                    <a:close/>
                    <a:moveTo>
                      <a:pt x="2556092" y="0"/>
                    </a:moveTo>
                    <a:lnTo>
                      <a:pt x="2951501" y="404658"/>
                    </a:lnTo>
                    <a:lnTo>
                      <a:pt x="2608538" y="418986"/>
                    </a:lnTo>
                    <a:lnTo>
                      <a:pt x="2606605" y="417008"/>
                    </a:lnTo>
                    <a:lnTo>
                      <a:pt x="1820087" y="1344294"/>
                    </a:lnTo>
                    <a:lnTo>
                      <a:pt x="1817700" y="1341966"/>
                    </a:lnTo>
                    <a:lnTo>
                      <a:pt x="1817700" y="1363858"/>
                    </a:lnTo>
                    <a:lnTo>
                      <a:pt x="679840" y="1363858"/>
                    </a:lnTo>
                    <a:lnTo>
                      <a:pt x="679840" y="1307744"/>
                    </a:lnTo>
                    <a:lnTo>
                      <a:pt x="268830" y="1110047"/>
                    </a:lnTo>
                    <a:lnTo>
                      <a:pt x="270209" y="1107180"/>
                    </a:lnTo>
                    <a:lnTo>
                      <a:pt x="198248" y="1056644"/>
                    </a:lnTo>
                    <a:cubicBezTo>
                      <a:pt x="142291" y="1011239"/>
                      <a:pt x="93777" y="957478"/>
                      <a:pt x="55623" y="898485"/>
                    </a:cubicBezTo>
                    <a:cubicBezTo>
                      <a:pt x="27132" y="847625"/>
                      <a:pt x="9121" y="802009"/>
                      <a:pt x="1591" y="738051"/>
                    </a:cubicBezTo>
                    <a:cubicBezTo>
                      <a:pt x="-7531" y="629033"/>
                      <a:pt x="22695" y="518961"/>
                      <a:pt x="88988" y="428893"/>
                    </a:cubicBezTo>
                    <a:lnTo>
                      <a:pt x="91156" y="430488"/>
                    </a:lnTo>
                    <a:cubicBezTo>
                      <a:pt x="162999" y="345385"/>
                      <a:pt x="305583" y="286481"/>
                      <a:pt x="424588" y="285218"/>
                    </a:cubicBezTo>
                    <a:cubicBezTo>
                      <a:pt x="466453" y="285186"/>
                      <a:pt x="508692" y="290914"/>
                      <a:pt x="550151" y="302724"/>
                    </a:cubicBezTo>
                    <a:cubicBezTo>
                      <a:pt x="591610" y="314534"/>
                      <a:pt x="630526" y="331925"/>
                      <a:pt x="666090" y="354013"/>
                    </a:cubicBezTo>
                    <a:lnTo>
                      <a:pt x="690060" y="373892"/>
                    </a:lnTo>
                    <a:lnTo>
                      <a:pt x="692454" y="367302"/>
                    </a:lnTo>
                    <a:cubicBezTo>
                      <a:pt x="700247" y="358414"/>
                      <a:pt x="711013" y="352917"/>
                      <a:pt x="722905" y="352917"/>
                    </a:cubicBezTo>
                    <a:lnTo>
                      <a:pt x="1774636" y="352917"/>
                    </a:lnTo>
                    <a:cubicBezTo>
                      <a:pt x="1798420" y="352917"/>
                      <a:pt x="1817700" y="374905"/>
                      <a:pt x="1817700" y="402029"/>
                    </a:cubicBezTo>
                    <a:lnTo>
                      <a:pt x="1817700" y="525619"/>
                    </a:lnTo>
                    <a:lnTo>
                      <a:pt x="2319822" y="525619"/>
                    </a:lnTo>
                    <a:lnTo>
                      <a:pt x="2530110" y="337995"/>
                    </a:lnTo>
                    <a:lnTo>
                      <a:pt x="2533895" y="3416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69" name="자유형: 도형 20">
                <a:extLst>
                  <a:ext uri="{FF2B5EF4-FFF2-40B4-BE49-F238E27FC236}">
                    <a16:creationId xmlns:a16="http://schemas.microsoft.com/office/drawing/2014/main" id="{D07CE89A-E195-4C5B-9C92-0877C2548B4E}"/>
                  </a:ext>
                </a:extLst>
              </p:cNvPr>
              <p:cNvSpPr/>
              <p:nvPr/>
            </p:nvSpPr>
            <p:spPr>
              <a:xfrm rot="6382074">
                <a:off x="2673354" y="2332594"/>
                <a:ext cx="683006" cy="911350"/>
              </a:xfrm>
              <a:custGeom>
                <a:avLst/>
                <a:gdLst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45990 w 852117"/>
                  <a:gd name="connsiteY6" fmla="*/ 68978 h 913021"/>
                  <a:gd name="connsiteX7" fmla="*/ 454992 w 852117"/>
                  <a:gd name="connsiteY7" fmla="*/ 231624 h 913021"/>
                  <a:gd name="connsiteX8" fmla="*/ 452843 w 852117"/>
                  <a:gd name="connsiteY8" fmla="*/ 13725 h 913021"/>
                  <a:gd name="connsiteX9" fmla="*/ 562280 w 852117"/>
                  <a:gd name="connsiteY9" fmla="*/ 38587 h 913021"/>
                  <a:gd name="connsiteX10" fmla="*/ 591089 w 852117"/>
                  <a:gd name="connsiteY10" fmla="*/ 223958 h 913021"/>
                  <a:gd name="connsiteX11" fmla="*/ 574101 w 852117"/>
                  <a:gd name="connsiteY11" fmla="*/ 39172 h 913021"/>
                  <a:gd name="connsiteX12" fmla="*/ 703090 w 852117"/>
                  <a:gd name="connsiteY12" fmla="*/ 62958 h 913021"/>
                  <a:gd name="connsiteX13" fmla="*/ 709880 w 852117"/>
                  <a:gd name="connsiteY13" fmla="*/ 237369 h 913021"/>
                  <a:gd name="connsiteX14" fmla="*/ 714239 w 852117"/>
                  <a:gd name="connsiteY14" fmla="*/ 69553 h 913021"/>
                  <a:gd name="connsiteX15" fmla="*/ 822235 w 852117"/>
                  <a:gd name="connsiteY15" fmla="*/ 87329 h 913021"/>
                  <a:gd name="connsiteX16" fmla="*/ 851404 w 852117"/>
                  <a:gd name="connsiteY16" fmla="*/ 326326 h 913021"/>
                  <a:gd name="connsiteX17" fmla="*/ 762365 w 852117"/>
                  <a:gd name="connsiteY17" fmla="*/ 809335 h 913021"/>
                  <a:gd name="connsiteX18" fmla="*/ 751654 w 852117"/>
                  <a:gd name="connsiteY18" fmla="*/ 912259 h 913021"/>
                  <a:gd name="connsiteX19" fmla="*/ 380634 w 852117"/>
                  <a:gd name="connsiteY19" fmla="*/ 913021 h 913021"/>
                  <a:gd name="connsiteX20" fmla="*/ 361777 w 852117"/>
                  <a:gd name="connsiteY20" fmla="*/ 780857 h 913021"/>
                  <a:gd name="connsiteX21" fmla="*/ 259790 w 852117"/>
                  <a:gd name="connsiteY21" fmla="*/ 654805 h 913021"/>
                  <a:gd name="connsiteX22" fmla="*/ 127442 w 852117"/>
                  <a:gd name="connsiteY22" fmla="*/ 467151 h 913021"/>
                  <a:gd name="connsiteX23" fmla="*/ 0 w 852117"/>
                  <a:gd name="connsiteY23" fmla="*/ 226050 h 913021"/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54992 w 852117"/>
                  <a:gd name="connsiteY6" fmla="*/ 231624 h 913021"/>
                  <a:gd name="connsiteX7" fmla="*/ 452843 w 852117"/>
                  <a:gd name="connsiteY7" fmla="*/ 13725 h 913021"/>
                  <a:gd name="connsiteX8" fmla="*/ 562280 w 852117"/>
                  <a:gd name="connsiteY8" fmla="*/ 38587 h 913021"/>
                  <a:gd name="connsiteX9" fmla="*/ 591089 w 852117"/>
                  <a:gd name="connsiteY9" fmla="*/ 223958 h 913021"/>
                  <a:gd name="connsiteX10" fmla="*/ 574101 w 852117"/>
                  <a:gd name="connsiteY10" fmla="*/ 39172 h 913021"/>
                  <a:gd name="connsiteX11" fmla="*/ 703090 w 852117"/>
                  <a:gd name="connsiteY11" fmla="*/ 62958 h 913021"/>
                  <a:gd name="connsiteX12" fmla="*/ 709880 w 852117"/>
                  <a:gd name="connsiteY12" fmla="*/ 237369 h 913021"/>
                  <a:gd name="connsiteX13" fmla="*/ 714239 w 852117"/>
                  <a:gd name="connsiteY13" fmla="*/ 69553 h 913021"/>
                  <a:gd name="connsiteX14" fmla="*/ 822235 w 852117"/>
                  <a:gd name="connsiteY14" fmla="*/ 87329 h 913021"/>
                  <a:gd name="connsiteX15" fmla="*/ 851404 w 852117"/>
                  <a:gd name="connsiteY15" fmla="*/ 326326 h 913021"/>
                  <a:gd name="connsiteX16" fmla="*/ 762365 w 852117"/>
                  <a:gd name="connsiteY16" fmla="*/ 809335 h 913021"/>
                  <a:gd name="connsiteX17" fmla="*/ 751654 w 852117"/>
                  <a:gd name="connsiteY17" fmla="*/ 912259 h 913021"/>
                  <a:gd name="connsiteX18" fmla="*/ 380634 w 852117"/>
                  <a:gd name="connsiteY18" fmla="*/ 913021 h 913021"/>
                  <a:gd name="connsiteX19" fmla="*/ 361777 w 852117"/>
                  <a:gd name="connsiteY19" fmla="*/ 780857 h 913021"/>
                  <a:gd name="connsiteX20" fmla="*/ 259790 w 852117"/>
                  <a:gd name="connsiteY20" fmla="*/ 654805 h 913021"/>
                  <a:gd name="connsiteX21" fmla="*/ 127442 w 852117"/>
                  <a:gd name="connsiteY21" fmla="*/ 467151 h 913021"/>
                  <a:gd name="connsiteX22" fmla="*/ 0 w 852117"/>
                  <a:gd name="connsiteY22" fmla="*/ 226050 h 913021"/>
                  <a:gd name="connsiteX0" fmla="*/ 0 w 852117"/>
                  <a:gd name="connsiteY0" fmla="*/ 218504 h 905475"/>
                  <a:gd name="connsiteX1" fmla="*/ 235595 w 852117"/>
                  <a:gd name="connsiteY1" fmla="*/ 365610 h 905475"/>
                  <a:gd name="connsiteX2" fmla="*/ 311282 w 852117"/>
                  <a:gd name="connsiteY2" fmla="*/ 390450 h 905475"/>
                  <a:gd name="connsiteX3" fmla="*/ 331029 w 852117"/>
                  <a:gd name="connsiteY3" fmla="*/ 132121 h 905475"/>
                  <a:gd name="connsiteX4" fmla="*/ 328134 w 852117"/>
                  <a:gd name="connsiteY4" fmla="*/ 0 h 905475"/>
                  <a:gd name="connsiteX5" fmla="*/ 446516 w 852117"/>
                  <a:gd name="connsiteY5" fmla="*/ 3421 h 905475"/>
                  <a:gd name="connsiteX6" fmla="*/ 454992 w 852117"/>
                  <a:gd name="connsiteY6" fmla="*/ 224078 h 905475"/>
                  <a:gd name="connsiteX7" fmla="*/ 452843 w 852117"/>
                  <a:gd name="connsiteY7" fmla="*/ 6179 h 905475"/>
                  <a:gd name="connsiteX8" fmla="*/ 562280 w 852117"/>
                  <a:gd name="connsiteY8" fmla="*/ 31041 h 905475"/>
                  <a:gd name="connsiteX9" fmla="*/ 591089 w 852117"/>
                  <a:gd name="connsiteY9" fmla="*/ 216412 h 905475"/>
                  <a:gd name="connsiteX10" fmla="*/ 574101 w 852117"/>
                  <a:gd name="connsiteY10" fmla="*/ 31626 h 905475"/>
                  <a:gd name="connsiteX11" fmla="*/ 703090 w 852117"/>
                  <a:gd name="connsiteY11" fmla="*/ 55412 h 905475"/>
                  <a:gd name="connsiteX12" fmla="*/ 709880 w 852117"/>
                  <a:gd name="connsiteY12" fmla="*/ 229823 h 905475"/>
                  <a:gd name="connsiteX13" fmla="*/ 714239 w 852117"/>
                  <a:gd name="connsiteY13" fmla="*/ 62007 h 905475"/>
                  <a:gd name="connsiteX14" fmla="*/ 822235 w 852117"/>
                  <a:gd name="connsiteY14" fmla="*/ 79783 h 905475"/>
                  <a:gd name="connsiteX15" fmla="*/ 851404 w 852117"/>
                  <a:gd name="connsiteY15" fmla="*/ 318780 h 905475"/>
                  <a:gd name="connsiteX16" fmla="*/ 762365 w 852117"/>
                  <a:gd name="connsiteY16" fmla="*/ 801789 h 905475"/>
                  <a:gd name="connsiteX17" fmla="*/ 751654 w 852117"/>
                  <a:gd name="connsiteY17" fmla="*/ 904713 h 905475"/>
                  <a:gd name="connsiteX18" fmla="*/ 380634 w 852117"/>
                  <a:gd name="connsiteY18" fmla="*/ 905475 h 905475"/>
                  <a:gd name="connsiteX19" fmla="*/ 361777 w 852117"/>
                  <a:gd name="connsiteY19" fmla="*/ 773311 h 905475"/>
                  <a:gd name="connsiteX20" fmla="*/ 259790 w 852117"/>
                  <a:gd name="connsiteY20" fmla="*/ 647259 h 905475"/>
                  <a:gd name="connsiteX21" fmla="*/ 127442 w 852117"/>
                  <a:gd name="connsiteY21" fmla="*/ 459605 h 905475"/>
                  <a:gd name="connsiteX22" fmla="*/ 0 w 852117"/>
                  <a:gd name="connsiteY22" fmla="*/ 218504 h 905475"/>
                  <a:gd name="connsiteX0" fmla="*/ 0 w 852117"/>
                  <a:gd name="connsiteY0" fmla="*/ 222954 h 909925"/>
                  <a:gd name="connsiteX1" fmla="*/ 235595 w 852117"/>
                  <a:gd name="connsiteY1" fmla="*/ 370060 h 909925"/>
                  <a:gd name="connsiteX2" fmla="*/ 311282 w 852117"/>
                  <a:gd name="connsiteY2" fmla="*/ 394900 h 909925"/>
                  <a:gd name="connsiteX3" fmla="*/ 331029 w 852117"/>
                  <a:gd name="connsiteY3" fmla="*/ 136571 h 909925"/>
                  <a:gd name="connsiteX4" fmla="*/ 328134 w 852117"/>
                  <a:gd name="connsiteY4" fmla="*/ 4450 h 909925"/>
                  <a:gd name="connsiteX5" fmla="*/ 446516 w 852117"/>
                  <a:gd name="connsiteY5" fmla="*/ 7871 h 909925"/>
                  <a:gd name="connsiteX6" fmla="*/ 454992 w 852117"/>
                  <a:gd name="connsiteY6" fmla="*/ 228528 h 909925"/>
                  <a:gd name="connsiteX7" fmla="*/ 452843 w 852117"/>
                  <a:gd name="connsiteY7" fmla="*/ 10629 h 909925"/>
                  <a:gd name="connsiteX8" fmla="*/ 562280 w 852117"/>
                  <a:gd name="connsiteY8" fmla="*/ 35491 h 909925"/>
                  <a:gd name="connsiteX9" fmla="*/ 591089 w 852117"/>
                  <a:gd name="connsiteY9" fmla="*/ 220862 h 909925"/>
                  <a:gd name="connsiteX10" fmla="*/ 574101 w 852117"/>
                  <a:gd name="connsiteY10" fmla="*/ 36076 h 909925"/>
                  <a:gd name="connsiteX11" fmla="*/ 703090 w 852117"/>
                  <a:gd name="connsiteY11" fmla="*/ 59862 h 909925"/>
                  <a:gd name="connsiteX12" fmla="*/ 709880 w 852117"/>
                  <a:gd name="connsiteY12" fmla="*/ 234273 h 909925"/>
                  <a:gd name="connsiteX13" fmla="*/ 714239 w 852117"/>
                  <a:gd name="connsiteY13" fmla="*/ 66457 h 909925"/>
                  <a:gd name="connsiteX14" fmla="*/ 822235 w 852117"/>
                  <a:gd name="connsiteY14" fmla="*/ 84233 h 909925"/>
                  <a:gd name="connsiteX15" fmla="*/ 851404 w 852117"/>
                  <a:gd name="connsiteY15" fmla="*/ 323230 h 909925"/>
                  <a:gd name="connsiteX16" fmla="*/ 762365 w 852117"/>
                  <a:gd name="connsiteY16" fmla="*/ 806239 h 909925"/>
                  <a:gd name="connsiteX17" fmla="*/ 751654 w 852117"/>
                  <a:gd name="connsiteY17" fmla="*/ 909163 h 909925"/>
                  <a:gd name="connsiteX18" fmla="*/ 380634 w 852117"/>
                  <a:gd name="connsiteY18" fmla="*/ 909925 h 909925"/>
                  <a:gd name="connsiteX19" fmla="*/ 361777 w 852117"/>
                  <a:gd name="connsiteY19" fmla="*/ 777761 h 909925"/>
                  <a:gd name="connsiteX20" fmla="*/ 259790 w 852117"/>
                  <a:gd name="connsiteY20" fmla="*/ 651709 h 909925"/>
                  <a:gd name="connsiteX21" fmla="*/ 127442 w 852117"/>
                  <a:gd name="connsiteY21" fmla="*/ 464055 h 909925"/>
                  <a:gd name="connsiteX22" fmla="*/ 0 w 852117"/>
                  <a:gd name="connsiteY22" fmla="*/ 222954 h 909925"/>
                  <a:gd name="connsiteX0" fmla="*/ 0 w 852117"/>
                  <a:gd name="connsiteY0" fmla="*/ 220271 h 907242"/>
                  <a:gd name="connsiteX1" fmla="*/ 235595 w 852117"/>
                  <a:gd name="connsiteY1" fmla="*/ 367377 h 907242"/>
                  <a:gd name="connsiteX2" fmla="*/ 311282 w 852117"/>
                  <a:gd name="connsiteY2" fmla="*/ 392217 h 907242"/>
                  <a:gd name="connsiteX3" fmla="*/ 331029 w 852117"/>
                  <a:gd name="connsiteY3" fmla="*/ 133888 h 907242"/>
                  <a:gd name="connsiteX4" fmla="*/ 334903 w 852117"/>
                  <a:gd name="connsiteY4" fmla="*/ 14671 h 907242"/>
                  <a:gd name="connsiteX5" fmla="*/ 446516 w 852117"/>
                  <a:gd name="connsiteY5" fmla="*/ 5188 h 907242"/>
                  <a:gd name="connsiteX6" fmla="*/ 454992 w 852117"/>
                  <a:gd name="connsiteY6" fmla="*/ 225845 h 907242"/>
                  <a:gd name="connsiteX7" fmla="*/ 452843 w 852117"/>
                  <a:gd name="connsiteY7" fmla="*/ 7946 h 907242"/>
                  <a:gd name="connsiteX8" fmla="*/ 562280 w 852117"/>
                  <a:gd name="connsiteY8" fmla="*/ 32808 h 907242"/>
                  <a:gd name="connsiteX9" fmla="*/ 591089 w 852117"/>
                  <a:gd name="connsiteY9" fmla="*/ 218179 h 907242"/>
                  <a:gd name="connsiteX10" fmla="*/ 574101 w 852117"/>
                  <a:gd name="connsiteY10" fmla="*/ 33393 h 907242"/>
                  <a:gd name="connsiteX11" fmla="*/ 703090 w 852117"/>
                  <a:gd name="connsiteY11" fmla="*/ 57179 h 907242"/>
                  <a:gd name="connsiteX12" fmla="*/ 709880 w 852117"/>
                  <a:gd name="connsiteY12" fmla="*/ 231590 h 907242"/>
                  <a:gd name="connsiteX13" fmla="*/ 714239 w 852117"/>
                  <a:gd name="connsiteY13" fmla="*/ 63774 h 907242"/>
                  <a:gd name="connsiteX14" fmla="*/ 822235 w 852117"/>
                  <a:gd name="connsiteY14" fmla="*/ 81550 h 907242"/>
                  <a:gd name="connsiteX15" fmla="*/ 851404 w 852117"/>
                  <a:gd name="connsiteY15" fmla="*/ 320547 h 907242"/>
                  <a:gd name="connsiteX16" fmla="*/ 762365 w 852117"/>
                  <a:gd name="connsiteY16" fmla="*/ 803556 h 907242"/>
                  <a:gd name="connsiteX17" fmla="*/ 751654 w 852117"/>
                  <a:gd name="connsiteY17" fmla="*/ 906480 h 907242"/>
                  <a:gd name="connsiteX18" fmla="*/ 380634 w 852117"/>
                  <a:gd name="connsiteY18" fmla="*/ 907242 h 907242"/>
                  <a:gd name="connsiteX19" fmla="*/ 361777 w 852117"/>
                  <a:gd name="connsiteY19" fmla="*/ 775078 h 907242"/>
                  <a:gd name="connsiteX20" fmla="*/ 259790 w 852117"/>
                  <a:gd name="connsiteY20" fmla="*/ 649026 h 907242"/>
                  <a:gd name="connsiteX21" fmla="*/ 127442 w 852117"/>
                  <a:gd name="connsiteY21" fmla="*/ 461372 h 907242"/>
                  <a:gd name="connsiteX22" fmla="*/ 0 w 852117"/>
                  <a:gd name="connsiteY22" fmla="*/ 220271 h 907242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27442 w 852117"/>
                  <a:gd name="connsiteY21" fmla="*/ 465479 h 911349"/>
                  <a:gd name="connsiteX22" fmla="*/ 0 w 852117"/>
                  <a:gd name="connsiteY22" fmla="*/ 224378 h 911349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72766 w 852117"/>
                  <a:gd name="connsiteY21" fmla="*/ 437275 h 911349"/>
                  <a:gd name="connsiteX22" fmla="*/ 0 w 852117"/>
                  <a:gd name="connsiteY22" fmla="*/ 224378 h 911349"/>
                  <a:gd name="connsiteX0" fmla="*/ 22647 w 683324"/>
                  <a:gd name="connsiteY0" fmla="*/ 156238 h 911349"/>
                  <a:gd name="connsiteX1" fmla="*/ 66802 w 683324"/>
                  <a:gd name="connsiteY1" fmla="*/ 371484 h 911349"/>
                  <a:gd name="connsiteX2" fmla="*/ 142489 w 683324"/>
                  <a:gd name="connsiteY2" fmla="*/ 396324 h 911349"/>
                  <a:gd name="connsiteX3" fmla="*/ 162236 w 683324"/>
                  <a:gd name="connsiteY3" fmla="*/ 137995 h 911349"/>
                  <a:gd name="connsiteX4" fmla="*/ 166110 w 683324"/>
                  <a:gd name="connsiteY4" fmla="*/ 18778 h 911349"/>
                  <a:gd name="connsiteX5" fmla="*/ 277723 w 683324"/>
                  <a:gd name="connsiteY5" fmla="*/ 9295 h 911349"/>
                  <a:gd name="connsiteX6" fmla="*/ 286199 w 683324"/>
                  <a:gd name="connsiteY6" fmla="*/ 229952 h 911349"/>
                  <a:gd name="connsiteX7" fmla="*/ 284050 w 683324"/>
                  <a:gd name="connsiteY7" fmla="*/ 12053 h 911349"/>
                  <a:gd name="connsiteX8" fmla="*/ 393487 w 683324"/>
                  <a:gd name="connsiteY8" fmla="*/ 36915 h 911349"/>
                  <a:gd name="connsiteX9" fmla="*/ 422296 w 683324"/>
                  <a:gd name="connsiteY9" fmla="*/ 222286 h 911349"/>
                  <a:gd name="connsiteX10" fmla="*/ 405308 w 683324"/>
                  <a:gd name="connsiteY10" fmla="*/ 37500 h 911349"/>
                  <a:gd name="connsiteX11" fmla="*/ 534297 w 683324"/>
                  <a:gd name="connsiteY11" fmla="*/ 61286 h 911349"/>
                  <a:gd name="connsiteX12" fmla="*/ 541087 w 683324"/>
                  <a:gd name="connsiteY12" fmla="*/ 235697 h 911349"/>
                  <a:gd name="connsiteX13" fmla="*/ 545446 w 683324"/>
                  <a:gd name="connsiteY13" fmla="*/ 67881 h 911349"/>
                  <a:gd name="connsiteX14" fmla="*/ 653442 w 683324"/>
                  <a:gd name="connsiteY14" fmla="*/ 85657 h 911349"/>
                  <a:gd name="connsiteX15" fmla="*/ 682611 w 683324"/>
                  <a:gd name="connsiteY15" fmla="*/ 324654 h 911349"/>
                  <a:gd name="connsiteX16" fmla="*/ 593572 w 683324"/>
                  <a:gd name="connsiteY16" fmla="*/ 807663 h 911349"/>
                  <a:gd name="connsiteX17" fmla="*/ 582861 w 683324"/>
                  <a:gd name="connsiteY17" fmla="*/ 910587 h 911349"/>
                  <a:gd name="connsiteX18" fmla="*/ 211841 w 683324"/>
                  <a:gd name="connsiteY18" fmla="*/ 911349 h 911349"/>
                  <a:gd name="connsiteX19" fmla="*/ 192984 w 683324"/>
                  <a:gd name="connsiteY19" fmla="*/ 779185 h 911349"/>
                  <a:gd name="connsiteX20" fmla="*/ 90997 w 683324"/>
                  <a:gd name="connsiteY20" fmla="*/ 653133 h 911349"/>
                  <a:gd name="connsiteX21" fmla="*/ 3973 w 683324"/>
                  <a:gd name="connsiteY21" fmla="*/ 437275 h 911349"/>
                  <a:gd name="connsiteX22" fmla="*/ 22647 w 683324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56291 w 685678"/>
                  <a:gd name="connsiteY0" fmla="*/ 141091 h 911349"/>
                  <a:gd name="connsiteX1" fmla="*/ 69156 w 685678"/>
                  <a:gd name="connsiteY1" fmla="*/ 371484 h 911349"/>
                  <a:gd name="connsiteX2" fmla="*/ 144843 w 685678"/>
                  <a:gd name="connsiteY2" fmla="*/ 396324 h 911349"/>
                  <a:gd name="connsiteX3" fmla="*/ 164590 w 685678"/>
                  <a:gd name="connsiteY3" fmla="*/ 137995 h 911349"/>
                  <a:gd name="connsiteX4" fmla="*/ 168464 w 685678"/>
                  <a:gd name="connsiteY4" fmla="*/ 18778 h 911349"/>
                  <a:gd name="connsiteX5" fmla="*/ 280077 w 685678"/>
                  <a:gd name="connsiteY5" fmla="*/ 9295 h 911349"/>
                  <a:gd name="connsiteX6" fmla="*/ 288553 w 685678"/>
                  <a:gd name="connsiteY6" fmla="*/ 229952 h 911349"/>
                  <a:gd name="connsiteX7" fmla="*/ 286404 w 685678"/>
                  <a:gd name="connsiteY7" fmla="*/ 12053 h 911349"/>
                  <a:gd name="connsiteX8" fmla="*/ 395841 w 685678"/>
                  <a:gd name="connsiteY8" fmla="*/ 36915 h 911349"/>
                  <a:gd name="connsiteX9" fmla="*/ 424650 w 685678"/>
                  <a:gd name="connsiteY9" fmla="*/ 222286 h 911349"/>
                  <a:gd name="connsiteX10" fmla="*/ 407662 w 685678"/>
                  <a:gd name="connsiteY10" fmla="*/ 37500 h 911349"/>
                  <a:gd name="connsiteX11" fmla="*/ 536651 w 685678"/>
                  <a:gd name="connsiteY11" fmla="*/ 61286 h 911349"/>
                  <a:gd name="connsiteX12" fmla="*/ 543441 w 685678"/>
                  <a:gd name="connsiteY12" fmla="*/ 235697 h 911349"/>
                  <a:gd name="connsiteX13" fmla="*/ 547800 w 685678"/>
                  <a:gd name="connsiteY13" fmla="*/ 67881 h 911349"/>
                  <a:gd name="connsiteX14" fmla="*/ 655796 w 685678"/>
                  <a:gd name="connsiteY14" fmla="*/ 85657 h 911349"/>
                  <a:gd name="connsiteX15" fmla="*/ 684965 w 685678"/>
                  <a:gd name="connsiteY15" fmla="*/ 324654 h 911349"/>
                  <a:gd name="connsiteX16" fmla="*/ 595926 w 685678"/>
                  <a:gd name="connsiteY16" fmla="*/ 807663 h 911349"/>
                  <a:gd name="connsiteX17" fmla="*/ 585215 w 685678"/>
                  <a:gd name="connsiteY17" fmla="*/ 910587 h 911349"/>
                  <a:gd name="connsiteX18" fmla="*/ 214195 w 685678"/>
                  <a:gd name="connsiteY18" fmla="*/ 911349 h 911349"/>
                  <a:gd name="connsiteX19" fmla="*/ 195338 w 685678"/>
                  <a:gd name="connsiteY19" fmla="*/ 779185 h 911349"/>
                  <a:gd name="connsiteX20" fmla="*/ 93351 w 685678"/>
                  <a:gd name="connsiteY20" fmla="*/ 653133 h 911349"/>
                  <a:gd name="connsiteX21" fmla="*/ 6327 w 685678"/>
                  <a:gd name="connsiteY21" fmla="*/ 437275 h 911349"/>
                  <a:gd name="connsiteX22" fmla="*/ 56291 w 685678"/>
                  <a:gd name="connsiteY22" fmla="*/ 141091 h 911349"/>
                  <a:gd name="connsiteX0" fmla="*/ 58398 w 687785"/>
                  <a:gd name="connsiteY0" fmla="*/ 141091 h 911349"/>
                  <a:gd name="connsiteX1" fmla="*/ 71263 w 687785"/>
                  <a:gd name="connsiteY1" fmla="*/ 371484 h 911349"/>
                  <a:gd name="connsiteX2" fmla="*/ 146950 w 687785"/>
                  <a:gd name="connsiteY2" fmla="*/ 396324 h 911349"/>
                  <a:gd name="connsiteX3" fmla="*/ 166697 w 687785"/>
                  <a:gd name="connsiteY3" fmla="*/ 137995 h 911349"/>
                  <a:gd name="connsiteX4" fmla="*/ 170571 w 687785"/>
                  <a:gd name="connsiteY4" fmla="*/ 18778 h 911349"/>
                  <a:gd name="connsiteX5" fmla="*/ 282184 w 687785"/>
                  <a:gd name="connsiteY5" fmla="*/ 9295 h 911349"/>
                  <a:gd name="connsiteX6" fmla="*/ 290660 w 687785"/>
                  <a:gd name="connsiteY6" fmla="*/ 229952 h 911349"/>
                  <a:gd name="connsiteX7" fmla="*/ 288511 w 687785"/>
                  <a:gd name="connsiteY7" fmla="*/ 12053 h 911349"/>
                  <a:gd name="connsiteX8" fmla="*/ 397948 w 687785"/>
                  <a:gd name="connsiteY8" fmla="*/ 36915 h 911349"/>
                  <a:gd name="connsiteX9" fmla="*/ 426757 w 687785"/>
                  <a:gd name="connsiteY9" fmla="*/ 222286 h 911349"/>
                  <a:gd name="connsiteX10" fmla="*/ 409769 w 687785"/>
                  <a:gd name="connsiteY10" fmla="*/ 37500 h 911349"/>
                  <a:gd name="connsiteX11" fmla="*/ 538758 w 687785"/>
                  <a:gd name="connsiteY11" fmla="*/ 61286 h 911349"/>
                  <a:gd name="connsiteX12" fmla="*/ 545548 w 687785"/>
                  <a:gd name="connsiteY12" fmla="*/ 235697 h 911349"/>
                  <a:gd name="connsiteX13" fmla="*/ 549907 w 687785"/>
                  <a:gd name="connsiteY13" fmla="*/ 67881 h 911349"/>
                  <a:gd name="connsiteX14" fmla="*/ 657903 w 687785"/>
                  <a:gd name="connsiteY14" fmla="*/ 85657 h 911349"/>
                  <a:gd name="connsiteX15" fmla="*/ 687072 w 687785"/>
                  <a:gd name="connsiteY15" fmla="*/ 324654 h 911349"/>
                  <a:gd name="connsiteX16" fmla="*/ 598033 w 687785"/>
                  <a:gd name="connsiteY16" fmla="*/ 807663 h 911349"/>
                  <a:gd name="connsiteX17" fmla="*/ 587322 w 687785"/>
                  <a:gd name="connsiteY17" fmla="*/ 910587 h 911349"/>
                  <a:gd name="connsiteX18" fmla="*/ 216302 w 687785"/>
                  <a:gd name="connsiteY18" fmla="*/ 911349 h 911349"/>
                  <a:gd name="connsiteX19" fmla="*/ 197445 w 687785"/>
                  <a:gd name="connsiteY19" fmla="*/ 779185 h 911349"/>
                  <a:gd name="connsiteX20" fmla="*/ 95458 w 687785"/>
                  <a:gd name="connsiteY20" fmla="*/ 653133 h 911349"/>
                  <a:gd name="connsiteX21" fmla="*/ 8434 w 687785"/>
                  <a:gd name="connsiteY21" fmla="*/ 437275 h 911349"/>
                  <a:gd name="connsiteX22" fmla="*/ 58398 w 687785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60601 w 681763"/>
                  <a:gd name="connsiteY0" fmla="*/ 138676 h 911349"/>
                  <a:gd name="connsiteX1" fmla="*/ 65241 w 681763"/>
                  <a:gd name="connsiteY1" fmla="*/ 371484 h 911349"/>
                  <a:gd name="connsiteX2" fmla="*/ 140928 w 681763"/>
                  <a:gd name="connsiteY2" fmla="*/ 396324 h 911349"/>
                  <a:gd name="connsiteX3" fmla="*/ 160675 w 681763"/>
                  <a:gd name="connsiteY3" fmla="*/ 137995 h 911349"/>
                  <a:gd name="connsiteX4" fmla="*/ 164549 w 681763"/>
                  <a:gd name="connsiteY4" fmla="*/ 18778 h 911349"/>
                  <a:gd name="connsiteX5" fmla="*/ 276162 w 681763"/>
                  <a:gd name="connsiteY5" fmla="*/ 9295 h 911349"/>
                  <a:gd name="connsiteX6" fmla="*/ 284638 w 681763"/>
                  <a:gd name="connsiteY6" fmla="*/ 229952 h 911349"/>
                  <a:gd name="connsiteX7" fmla="*/ 282489 w 681763"/>
                  <a:gd name="connsiteY7" fmla="*/ 12053 h 911349"/>
                  <a:gd name="connsiteX8" fmla="*/ 391926 w 681763"/>
                  <a:gd name="connsiteY8" fmla="*/ 36915 h 911349"/>
                  <a:gd name="connsiteX9" fmla="*/ 420735 w 681763"/>
                  <a:gd name="connsiteY9" fmla="*/ 222286 h 911349"/>
                  <a:gd name="connsiteX10" fmla="*/ 403747 w 681763"/>
                  <a:gd name="connsiteY10" fmla="*/ 37500 h 911349"/>
                  <a:gd name="connsiteX11" fmla="*/ 532736 w 681763"/>
                  <a:gd name="connsiteY11" fmla="*/ 61286 h 911349"/>
                  <a:gd name="connsiteX12" fmla="*/ 539526 w 681763"/>
                  <a:gd name="connsiteY12" fmla="*/ 235697 h 911349"/>
                  <a:gd name="connsiteX13" fmla="*/ 543885 w 681763"/>
                  <a:gd name="connsiteY13" fmla="*/ 67881 h 911349"/>
                  <a:gd name="connsiteX14" fmla="*/ 651881 w 681763"/>
                  <a:gd name="connsiteY14" fmla="*/ 85657 h 911349"/>
                  <a:gd name="connsiteX15" fmla="*/ 681050 w 681763"/>
                  <a:gd name="connsiteY15" fmla="*/ 324654 h 911349"/>
                  <a:gd name="connsiteX16" fmla="*/ 592011 w 681763"/>
                  <a:gd name="connsiteY16" fmla="*/ 807663 h 911349"/>
                  <a:gd name="connsiteX17" fmla="*/ 581300 w 681763"/>
                  <a:gd name="connsiteY17" fmla="*/ 910587 h 911349"/>
                  <a:gd name="connsiteX18" fmla="*/ 210280 w 681763"/>
                  <a:gd name="connsiteY18" fmla="*/ 911349 h 911349"/>
                  <a:gd name="connsiteX19" fmla="*/ 191423 w 681763"/>
                  <a:gd name="connsiteY19" fmla="*/ 779185 h 911349"/>
                  <a:gd name="connsiteX20" fmla="*/ 89436 w 681763"/>
                  <a:gd name="connsiteY20" fmla="*/ 653133 h 911349"/>
                  <a:gd name="connsiteX21" fmla="*/ 2412 w 681763"/>
                  <a:gd name="connsiteY21" fmla="*/ 437275 h 911349"/>
                  <a:gd name="connsiteX22" fmla="*/ 60601 w 681763"/>
                  <a:gd name="connsiteY22" fmla="*/ 1386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83006" h="911349">
                    <a:moveTo>
                      <a:pt x="45719" y="134476"/>
                    </a:moveTo>
                    <a:cubicBezTo>
                      <a:pt x="186906" y="178031"/>
                      <a:pt x="77411" y="293724"/>
                      <a:pt x="104061" y="357469"/>
                    </a:cubicBezTo>
                    <a:cubicBezTo>
                      <a:pt x="111327" y="384451"/>
                      <a:pt x="134405" y="424827"/>
                      <a:pt x="142171" y="396324"/>
                    </a:cubicBezTo>
                    <a:cubicBezTo>
                      <a:pt x="161497" y="378147"/>
                      <a:pt x="163714" y="263470"/>
                      <a:pt x="161918" y="137995"/>
                    </a:cubicBezTo>
                    <a:lnTo>
                      <a:pt x="165792" y="18778"/>
                    </a:lnTo>
                    <a:cubicBezTo>
                      <a:pt x="205100" y="-883"/>
                      <a:pt x="248431" y="-6838"/>
                      <a:pt x="277405" y="9295"/>
                    </a:cubicBezTo>
                    <a:lnTo>
                      <a:pt x="285881" y="229952"/>
                    </a:lnTo>
                    <a:cubicBezTo>
                      <a:pt x="292743" y="135104"/>
                      <a:pt x="288936" y="90619"/>
                      <a:pt x="283732" y="12053"/>
                    </a:cubicBezTo>
                    <a:cubicBezTo>
                      <a:pt x="344488" y="7410"/>
                      <a:pt x="362005" y="7292"/>
                      <a:pt x="393169" y="36915"/>
                    </a:cubicBezTo>
                    <a:cubicBezTo>
                      <a:pt x="432458" y="90909"/>
                      <a:pt x="415495" y="219932"/>
                      <a:pt x="421978" y="222286"/>
                    </a:cubicBezTo>
                    <a:cubicBezTo>
                      <a:pt x="425215" y="169590"/>
                      <a:pt x="440910" y="99095"/>
                      <a:pt x="404990" y="37500"/>
                    </a:cubicBezTo>
                    <a:cubicBezTo>
                      <a:pt x="452541" y="9313"/>
                      <a:pt x="505933" y="28253"/>
                      <a:pt x="533979" y="61286"/>
                    </a:cubicBezTo>
                    <a:cubicBezTo>
                      <a:pt x="556608" y="94319"/>
                      <a:pt x="532593" y="233695"/>
                      <a:pt x="540769" y="235697"/>
                    </a:cubicBezTo>
                    <a:cubicBezTo>
                      <a:pt x="546608" y="189844"/>
                      <a:pt x="564054" y="120930"/>
                      <a:pt x="545128" y="67881"/>
                    </a:cubicBezTo>
                    <a:cubicBezTo>
                      <a:pt x="600410" y="49193"/>
                      <a:pt x="614468" y="45569"/>
                      <a:pt x="653124" y="85657"/>
                    </a:cubicBezTo>
                    <a:cubicBezTo>
                      <a:pt x="678241" y="128452"/>
                      <a:pt x="685502" y="205222"/>
                      <a:pt x="682293" y="324654"/>
                    </a:cubicBezTo>
                    <a:cubicBezTo>
                      <a:pt x="682293" y="386243"/>
                      <a:pt x="685168" y="641728"/>
                      <a:pt x="593254" y="807663"/>
                    </a:cubicBezTo>
                    <a:cubicBezTo>
                      <a:pt x="562434" y="865879"/>
                      <a:pt x="574223" y="873371"/>
                      <a:pt x="582543" y="910587"/>
                    </a:cubicBezTo>
                    <a:lnTo>
                      <a:pt x="211523" y="911349"/>
                    </a:lnTo>
                    <a:cubicBezTo>
                      <a:pt x="212499" y="851582"/>
                      <a:pt x="236044" y="827966"/>
                      <a:pt x="192666" y="779185"/>
                    </a:cubicBezTo>
                    <a:cubicBezTo>
                      <a:pt x="170208" y="755505"/>
                      <a:pt x="148074" y="710617"/>
                      <a:pt x="90679" y="653133"/>
                    </a:cubicBezTo>
                    <a:cubicBezTo>
                      <a:pt x="33254" y="569821"/>
                      <a:pt x="26583" y="515785"/>
                      <a:pt x="3655" y="437275"/>
                    </a:cubicBezTo>
                    <a:cubicBezTo>
                      <a:pt x="-8217" y="341138"/>
                      <a:pt x="9615" y="253260"/>
                      <a:pt x="45719" y="13447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70" name="Rectangle 1">
                <a:extLst>
                  <a:ext uri="{FF2B5EF4-FFF2-40B4-BE49-F238E27FC236}">
                    <a16:creationId xmlns:a16="http://schemas.microsoft.com/office/drawing/2014/main" id="{BE0644A9-9A36-4D6B-8988-F77385589778}"/>
                  </a:ext>
                </a:extLst>
              </p:cNvPr>
              <p:cNvSpPr/>
              <p:nvPr/>
            </p:nvSpPr>
            <p:spPr>
              <a:xfrm rot="982074">
                <a:off x="2380909" y="2452410"/>
                <a:ext cx="298755" cy="50108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grpSp>
          <p:nvGrpSpPr>
            <p:cNvPr id="63" name="그룹 14">
              <a:extLst>
                <a:ext uri="{FF2B5EF4-FFF2-40B4-BE49-F238E27FC236}">
                  <a16:creationId xmlns:a16="http://schemas.microsoft.com/office/drawing/2014/main" id="{ADC93A91-7C1B-42FA-A359-CD024A056C43}"/>
                </a:ext>
              </a:extLst>
            </p:cNvPr>
            <p:cNvGrpSpPr/>
            <p:nvPr/>
          </p:nvGrpSpPr>
          <p:grpSpPr>
            <a:xfrm rot="20116980">
              <a:off x="2078429" y="3116323"/>
              <a:ext cx="1009805" cy="1009805"/>
              <a:chOff x="6384003" y="3061995"/>
              <a:chExt cx="1968187" cy="1968187"/>
            </a:xfrm>
          </p:grpSpPr>
          <p:sp>
            <p:nvSpPr>
              <p:cNvPr id="64" name="원호 15">
                <a:extLst>
                  <a:ext uri="{FF2B5EF4-FFF2-40B4-BE49-F238E27FC236}">
                    <a16:creationId xmlns:a16="http://schemas.microsoft.com/office/drawing/2014/main" id="{BA8C3B27-0920-4FBD-87AB-E493B0795593}"/>
                  </a:ext>
                </a:extLst>
              </p:cNvPr>
              <p:cNvSpPr/>
              <p:nvPr/>
            </p:nvSpPr>
            <p:spPr>
              <a:xfrm>
                <a:off x="6384003" y="3061995"/>
                <a:ext cx="1968187" cy="1968187"/>
              </a:xfrm>
              <a:prstGeom prst="arc">
                <a:avLst>
                  <a:gd name="adj1" fmla="val 14786098"/>
                  <a:gd name="adj2" fmla="val 471423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65" name="원호 16">
                <a:extLst>
                  <a:ext uri="{FF2B5EF4-FFF2-40B4-BE49-F238E27FC236}">
                    <a16:creationId xmlns:a16="http://schemas.microsoft.com/office/drawing/2014/main" id="{AA29379C-BB7C-4ABD-BB37-DFC977056212}"/>
                  </a:ext>
                </a:extLst>
              </p:cNvPr>
              <p:cNvSpPr/>
              <p:nvPr/>
            </p:nvSpPr>
            <p:spPr>
              <a:xfrm>
                <a:off x="6503401" y="3202080"/>
                <a:ext cx="1612841" cy="1612841"/>
              </a:xfrm>
              <a:prstGeom prst="arc">
                <a:avLst>
                  <a:gd name="adj1" fmla="val 14786098"/>
                  <a:gd name="adj2" fmla="val 350082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66" name="원호 17">
                <a:extLst>
                  <a:ext uri="{FF2B5EF4-FFF2-40B4-BE49-F238E27FC236}">
                    <a16:creationId xmlns:a16="http://schemas.microsoft.com/office/drawing/2014/main" id="{E0AAEF8F-3298-4709-8CE9-9155006B20CF}"/>
                  </a:ext>
                </a:extLst>
              </p:cNvPr>
              <p:cNvSpPr/>
              <p:nvPr/>
            </p:nvSpPr>
            <p:spPr>
              <a:xfrm>
                <a:off x="6679890" y="3375378"/>
                <a:ext cx="1111135" cy="1111135"/>
              </a:xfrm>
              <a:prstGeom prst="arc">
                <a:avLst>
                  <a:gd name="adj1" fmla="val 14786098"/>
                  <a:gd name="adj2" fmla="val 0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67" name="원호 18">
                <a:extLst>
                  <a:ext uri="{FF2B5EF4-FFF2-40B4-BE49-F238E27FC236}">
                    <a16:creationId xmlns:a16="http://schemas.microsoft.com/office/drawing/2014/main" id="{F215A34D-458C-4EA4-ADF7-94AED3C42E7E}"/>
                  </a:ext>
                </a:extLst>
              </p:cNvPr>
              <p:cNvSpPr/>
              <p:nvPr/>
            </p:nvSpPr>
            <p:spPr>
              <a:xfrm>
                <a:off x="6804540" y="3545256"/>
                <a:ext cx="819951" cy="819951"/>
              </a:xfrm>
              <a:prstGeom prst="arc">
                <a:avLst>
                  <a:gd name="adj1" fmla="val 14786098"/>
                  <a:gd name="adj2" fmla="val 20780800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9107284-202D-4D0E-8C05-3F4364EACD94}"/>
              </a:ext>
            </a:extLst>
          </p:cNvPr>
          <p:cNvGrpSpPr/>
          <p:nvPr/>
        </p:nvGrpSpPr>
        <p:grpSpPr>
          <a:xfrm>
            <a:off x="301830" y="-33342"/>
            <a:ext cx="4150530" cy="2092881"/>
            <a:chOff x="4244163" y="1645867"/>
            <a:chExt cx="5285657" cy="209288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740AC5C-3116-4DAB-8F52-1A9CEB2927AF}"/>
                </a:ext>
              </a:extLst>
            </p:cNvPr>
            <p:cNvSpPr txBox="1"/>
            <p:nvPr/>
          </p:nvSpPr>
          <p:spPr>
            <a:xfrm>
              <a:off x="5792960" y="1923770"/>
              <a:ext cx="373686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0" dirty="0" err="1">
                  <a:solidFill>
                    <a:srgbClr val="F2B662">
                      <a:lumMod val="50000"/>
                    </a:srgbClr>
                  </a:solidFill>
                  <a:latin typeface="Arial Black" panose="020B0A04020102020204" pitchFamily="34" charset="0"/>
                  <a:cs typeface="Arial" pitchFamily="34" charset="0"/>
                </a:rPr>
                <a:t>Oll</a:t>
              </a:r>
              <a:r>
                <a:rPr lang="en-US" altLang="ko-KR" sz="6000" dirty="0">
                  <a:solidFill>
                    <a:srgbClr val="F2B662">
                      <a:lumMod val="50000"/>
                    </a:srgbClr>
                  </a:solidFill>
                  <a:latin typeface="Arial Black" panose="020B0A04020102020204" pitchFamily="34" charset="0"/>
                  <a:cs typeface="Arial" pitchFamily="34" charset="0"/>
                </a:rPr>
                <a:t> Up</a:t>
              </a:r>
              <a:endPara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2B662">
                    <a:lumMod val="5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00F9E51-7DC1-4198-9CE2-B5836B6D0D35}"/>
                </a:ext>
              </a:extLst>
            </p:cNvPr>
            <p:cNvSpPr txBox="1"/>
            <p:nvPr/>
          </p:nvSpPr>
          <p:spPr>
            <a:xfrm>
              <a:off x="5792959" y="2681288"/>
              <a:ext cx="3736861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Revenue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FB74E03-AD7B-4F32-89FC-06147EFF4CED}"/>
                </a:ext>
              </a:extLst>
            </p:cNvPr>
            <p:cNvSpPr txBox="1"/>
            <p:nvPr/>
          </p:nvSpPr>
          <p:spPr>
            <a:xfrm>
              <a:off x="4244163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>
                      <a:lumMod val="50000"/>
                    </a:srgbClr>
                  </a:solidFill>
                  <a:effectLst/>
                  <a:uLnTx/>
                  <a:uFillTx/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R</a:t>
              </a:r>
            </a:p>
          </p:txBody>
        </p:sp>
      </p:grpSp>
      <p:sp>
        <p:nvSpPr>
          <p:cNvPr id="85" name="Google Shape;532;p56"/>
          <p:cNvSpPr/>
          <p:nvPr/>
        </p:nvSpPr>
        <p:spPr>
          <a:xfrm>
            <a:off x="6304058" y="-23615"/>
            <a:ext cx="5913299" cy="6858000"/>
          </a:xfrm>
          <a:prstGeom prst="rect">
            <a:avLst/>
          </a:prstGeom>
          <a:solidFill>
            <a:srgbClr val="325680">
              <a:alpha val="65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619;p63"/>
          <p:cNvSpPr txBox="1"/>
          <p:nvPr/>
        </p:nvSpPr>
        <p:spPr>
          <a:xfrm>
            <a:off x="6640387" y="784620"/>
            <a:ext cx="5288100" cy="367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红杉拥有非常优厚的团队分润制度。</a:t>
            </a:r>
            <a:br>
              <a:rPr lang="zh-CN" altLang="en-US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即使贷款顾问未完全达成资格要求，</a:t>
            </a:r>
            <a:r>
              <a:rPr lang="zh-CN" altLang="en-US" sz="2000" b="1" dirty="0">
                <a:solidFill>
                  <a:schemeClr val="bg1"/>
                </a:solidFill>
              </a:rPr>
              <a:t>只要持续保持活跃状态</a:t>
            </a:r>
            <a:r>
              <a:rPr lang="zh-CN" altLang="en-US" sz="2000" dirty="0">
                <a:solidFill>
                  <a:schemeClr val="bg1"/>
                </a:solidFill>
              </a:rPr>
              <a:t>，仍可获得 </a:t>
            </a:r>
            <a:r>
              <a:rPr lang="zh-CN" altLang="en-US" sz="2000" b="1" dirty="0">
                <a:solidFill>
                  <a:schemeClr val="bg1"/>
                </a:solidFill>
              </a:rPr>
              <a:t>多达</a:t>
            </a:r>
            <a:r>
              <a:rPr lang="en-US" altLang="zh-CN" sz="2000" b="1" dirty="0">
                <a:solidFill>
                  <a:schemeClr val="bg1"/>
                </a:solidFill>
              </a:rPr>
              <a:t>6</a:t>
            </a:r>
            <a:r>
              <a:rPr lang="zh-CN" altLang="en-US" sz="2000" b="1" dirty="0">
                <a:solidFill>
                  <a:schemeClr val="bg1"/>
                </a:solidFill>
              </a:rPr>
              <a:t>层团队</a:t>
            </a:r>
            <a:r>
              <a:rPr lang="en-US" altLang="zh-CN" sz="2000" b="1" dirty="0">
                <a:solidFill>
                  <a:schemeClr val="bg1"/>
                </a:solidFill>
              </a:rPr>
              <a:t>25%</a:t>
            </a:r>
            <a:r>
              <a:rPr lang="zh-CN" altLang="en-US" sz="2000" b="1" dirty="0">
                <a:solidFill>
                  <a:schemeClr val="bg1"/>
                </a:solidFill>
              </a:rPr>
              <a:t>的分润收益（</a:t>
            </a:r>
            <a:r>
              <a:rPr lang="en-US" altLang="zh-CN" sz="2000" b="1" dirty="0">
                <a:solidFill>
                  <a:schemeClr val="bg1"/>
                </a:solidFill>
              </a:rPr>
              <a:t>Override</a:t>
            </a:r>
            <a:r>
              <a:rPr lang="zh-CN" altLang="en-US" sz="2000" b="1" dirty="0">
                <a:solidFill>
                  <a:schemeClr val="bg1"/>
                </a:solidFill>
              </a:rPr>
              <a:t>）</a:t>
            </a:r>
            <a:endParaRPr lang="en-US" sz="2000" b="1" kern="0" baseline="0" dirty="0">
              <a:solidFill>
                <a:schemeClr val="bg1"/>
              </a:solidFill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未达标部分将自动上滚给符合资格的推荐人（</a:t>
            </a:r>
            <a:r>
              <a:rPr lang="en-US" altLang="zh-CN" sz="2000" dirty="0">
                <a:solidFill>
                  <a:schemeClr val="bg1"/>
                </a:solidFill>
              </a:rPr>
              <a:t>Sponsor</a:t>
            </a:r>
            <a:r>
              <a:rPr lang="zh-CN" altLang="en-US" sz="2000" dirty="0">
                <a:solidFill>
                  <a:schemeClr val="bg1"/>
                </a:solidFill>
              </a:rPr>
              <a:t>）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5770-AF41-BA6D-9162-B7628AAE2BB7}"/>
              </a:ext>
            </a:extLst>
          </p:cNvPr>
          <p:cNvSpPr txBox="1"/>
          <p:nvPr/>
        </p:nvSpPr>
        <p:spPr>
          <a:xfrm>
            <a:off x="1353640" y="1541082"/>
            <a:ext cx="5037152" cy="20928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30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  <a:ea typeface="Adobe Song Std L" panose="02020300000000000000" pitchFamily="18" charset="-128"/>
                <a:cs typeface="Arial" pitchFamily="34" charset="0"/>
              </a:rPr>
              <a:t>25%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A0530F3-7596-2347-4C91-C65082127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9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9107284-202D-4D0E-8C05-3F4364EACD94}"/>
              </a:ext>
            </a:extLst>
          </p:cNvPr>
          <p:cNvGrpSpPr/>
          <p:nvPr/>
        </p:nvGrpSpPr>
        <p:grpSpPr>
          <a:xfrm>
            <a:off x="6227387" y="274864"/>
            <a:ext cx="5519802" cy="2092881"/>
            <a:chOff x="4244163" y="1645867"/>
            <a:chExt cx="5519802" cy="20928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40AC5C-3116-4DAB-8F52-1A9CEB2927AF}"/>
                </a:ext>
              </a:extLst>
            </p:cNvPr>
            <p:cNvSpPr txBox="1"/>
            <p:nvPr/>
          </p:nvSpPr>
          <p:spPr>
            <a:xfrm>
              <a:off x="5792960" y="1923770"/>
              <a:ext cx="373686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3932D"/>
                  </a:solidFill>
                  <a:effectLst/>
                  <a:uLnTx/>
                  <a:uFillTx/>
                  <a:latin typeface="Arial Black" panose="020B0A04020102020204" pitchFamily="34" charset="0"/>
                  <a:cs typeface="Arial" pitchFamily="34" charset="0"/>
                </a:rPr>
                <a:t>evenue</a:t>
              </a:r>
              <a:endPara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3932D"/>
                </a:solidFill>
                <a:effectLst/>
                <a:uLnTx/>
                <a:uFillTx/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0F9E51-7DC1-4198-9CE2-B5836B6D0D35}"/>
                </a:ext>
              </a:extLst>
            </p:cNvPr>
            <p:cNvSpPr txBox="1"/>
            <p:nvPr/>
          </p:nvSpPr>
          <p:spPr>
            <a:xfrm>
              <a:off x="5792959" y="2681288"/>
              <a:ext cx="3971006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/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案例</a:t>
              </a: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/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1</a:t>
              </a:r>
              <a:endPara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F2B662"/>
                </a:solidFill>
                <a:effectLst/>
                <a:uLnTx/>
                <a:uFillTx/>
                <a:latin typeface="Adobe Song Std L" panose="02020300000000000000" pitchFamily="18" charset="-128"/>
                <a:ea typeface="Adobe Song Std L" panose="02020300000000000000" pitchFamily="18" charset="-128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B74E03-AD7B-4F32-89FC-06147EFF4CED}"/>
                </a:ext>
              </a:extLst>
            </p:cNvPr>
            <p:cNvSpPr txBox="1"/>
            <p:nvPr/>
          </p:nvSpPr>
          <p:spPr>
            <a:xfrm>
              <a:off x="4244163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0" b="1" i="0" u="none" strike="noStrike" kern="1200" cap="none" spc="0" normalizeH="0" baseline="0" noProof="0" dirty="0">
                  <a:ln>
                    <a:noFill/>
                  </a:ln>
                  <a:solidFill>
                    <a:srgbClr val="F3932D"/>
                  </a:solidFill>
                  <a:effectLst/>
                  <a:uLnTx/>
                  <a:uFillTx/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R</a:t>
              </a:r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0156838-10FD-49FF-98A6-9F097E0AB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193446"/>
              </p:ext>
            </p:extLst>
          </p:nvPr>
        </p:nvGraphicFramePr>
        <p:xfrm>
          <a:off x="495353" y="2699024"/>
          <a:ext cx="5332576" cy="4321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oogle Shape;536;p56">
            <a:extLst>
              <a:ext uri="{FF2B5EF4-FFF2-40B4-BE49-F238E27FC236}">
                <a16:creationId xmlns:a16="http://schemas.microsoft.com/office/drawing/2014/main" id="{4B018A01-D705-73F9-768B-BDFA2639DD26}"/>
              </a:ext>
            </a:extLst>
          </p:cNvPr>
          <p:cNvGrpSpPr/>
          <p:nvPr/>
        </p:nvGrpSpPr>
        <p:grpSpPr>
          <a:xfrm>
            <a:off x="6087618" y="3918362"/>
            <a:ext cx="6018589" cy="612622"/>
            <a:chOff x="946362" y="2351475"/>
            <a:chExt cx="7251265" cy="519789"/>
          </a:xfrm>
        </p:grpSpPr>
        <p:sp>
          <p:nvSpPr>
            <p:cNvPr id="3" name="Google Shape;537;p56">
              <a:extLst>
                <a:ext uri="{FF2B5EF4-FFF2-40B4-BE49-F238E27FC236}">
                  <a16:creationId xmlns:a16="http://schemas.microsoft.com/office/drawing/2014/main" id="{C5603FBD-FDA2-1AA1-938E-58846810DF4F}"/>
                </a:ext>
              </a:extLst>
            </p:cNvPr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8" name="Google Shape;538;p56">
              <a:extLst>
                <a:ext uri="{FF2B5EF4-FFF2-40B4-BE49-F238E27FC236}">
                  <a16:creationId xmlns:a16="http://schemas.microsoft.com/office/drawing/2014/main" id="{4DBF34B0-1044-F9E3-1926-90881E31EC3C}"/>
                </a:ext>
              </a:extLst>
            </p:cNvPr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9" name="Google Shape;539;p56">
              <a:extLst>
                <a:ext uri="{FF2B5EF4-FFF2-40B4-BE49-F238E27FC236}">
                  <a16:creationId xmlns:a16="http://schemas.microsoft.com/office/drawing/2014/main" id="{F997A8C0-AAF2-FBEA-9F58-8CC05C4F4499}"/>
                </a:ext>
              </a:extLst>
            </p:cNvPr>
            <p:cNvSpPr txBox="1"/>
            <p:nvPr/>
          </p:nvSpPr>
          <p:spPr>
            <a:xfrm>
              <a:off x="1592312" y="2351475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Brian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" name="Google Shape;540;p56">
              <a:extLst>
                <a:ext uri="{FF2B5EF4-FFF2-40B4-BE49-F238E27FC236}">
                  <a16:creationId xmlns:a16="http://schemas.microsoft.com/office/drawing/2014/main" id="{128C0E5C-149A-3A87-6B2B-C21AA2061E4B}"/>
                </a:ext>
              </a:extLst>
            </p:cNvPr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$9,200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1" name="Google Shape;541;p56">
              <a:extLst>
                <a:ext uri="{FF2B5EF4-FFF2-40B4-BE49-F238E27FC236}">
                  <a16:creationId xmlns:a16="http://schemas.microsoft.com/office/drawing/2014/main" id="{82432996-8303-0570-8CFD-61F2BCD63E00}"/>
                </a:ext>
              </a:extLst>
            </p:cNvPr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13" name="Google Shape;542;p56">
            <a:extLst>
              <a:ext uri="{FF2B5EF4-FFF2-40B4-BE49-F238E27FC236}">
                <a16:creationId xmlns:a16="http://schemas.microsoft.com/office/drawing/2014/main" id="{2194A668-A453-4E76-49FB-A72BE50FD23D}"/>
              </a:ext>
            </a:extLst>
          </p:cNvPr>
          <p:cNvGrpSpPr/>
          <p:nvPr/>
        </p:nvGrpSpPr>
        <p:grpSpPr>
          <a:xfrm>
            <a:off x="6096000" y="4497554"/>
            <a:ext cx="6018589" cy="606034"/>
            <a:chOff x="946362" y="2847326"/>
            <a:chExt cx="7251265" cy="514199"/>
          </a:xfrm>
        </p:grpSpPr>
        <p:sp>
          <p:nvSpPr>
            <p:cNvPr id="14" name="Google Shape;543;p56">
              <a:extLst>
                <a:ext uri="{FF2B5EF4-FFF2-40B4-BE49-F238E27FC236}">
                  <a16:creationId xmlns:a16="http://schemas.microsoft.com/office/drawing/2014/main" id="{B8D79C71-55A5-99D5-93B5-ECB7BAE8018E}"/>
                </a:ext>
              </a:extLst>
            </p:cNvPr>
            <p:cNvSpPr/>
            <p:nvPr/>
          </p:nvSpPr>
          <p:spPr>
            <a:xfrm>
              <a:off x="946362" y="2884250"/>
              <a:ext cx="40482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5" name="Google Shape;544;p56">
              <a:extLst>
                <a:ext uri="{FF2B5EF4-FFF2-40B4-BE49-F238E27FC236}">
                  <a16:creationId xmlns:a16="http://schemas.microsoft.com/office/drawing/2014/main" id="{D961D955-7425-EEAA-10E8-682C78AD0202}"/>
                </a:ext>
              </a:extLst>
            </p:cNvPr>
            <p:cNvSpPr/>
            <p:nvPr/>
          </p:nvSpPr>
          <p:spPr>
            <a:xfrm>
              <a:off x="5118727" y="2884257"/>
              <a:ext cx="30789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16" name="Google Shape;545;p56">
              <a:extLst>
                <a:ext uri="{FF2B5EF4-FFF2-40B4-BE49-F238E27FC236}">
                  <a16:creationId xmlns:a16="http://schemas.microsoft.com/office/drawing/2014/main" id="{EC3C5DAC-D38D-117E-F425-6FE5646341F3}"/>
                </a:ext>
              </a:extLst>
            </p:cNvPr>
            <p:cNvSpPr txBox="1"/>
            <p:nvPr/>
          </p:nvSpPr>
          <p:spPr>
            <a:xfrm>
              <a:off x="1592311" y="2848825"/>
              <a:ext cx="3271671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Aaron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7" name="Google Shape;546;p56">
              <a:extLst>
                <a:ext uri="{FF2B5EF4-FFF2-40B4-BE49-F238E27FC236}">
                  <a16:creationId xmlns:a16="http://schemas.microsoft.com/office/drawing/2014/main" id="{827C5B46-B370-C1EF-8359-8CDC2C9DBCFA}"/>
                </a:ext>
              </a:extLst>
            </p:cNvPr>
            <p:cNvSpPr txBox="1"/>
            <p:nvPr/>
          </p:nvSpPr>
          <p:spPr>
            <a:xfrm>
              <a:off x="5116522" y="28473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$2,000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8" name="Google Shape;547;p56">
              <a:extLst>
                <a:ext uri="{FF2B5EF4-FFF2-40B4-BE49-F238E27FC236}">
                  <a16:creationId xmlns:a16="http://schemas.microsoft.com/office/drawing/2014/main" id="{8665C35F-3BEC-C5A4-B742-B952DC490DF6}"/>
                </a:ext>
              </a:extLst>
            </p:cNvPr>
            <p:cNvSpPr/>
            <p:nvPr/>
          </p:nvSpPr>
          <p:spPr>
            <a:xfrm>
              <a:off x="4866188" y="292828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4B9E1B-CFFA-96EF-58E2-B4829A72C300}"/>
              </a:ext>
            </a:extLst>
          </p:cNvPr>
          <p:cNvSpPr txBox="1"/>
          <p:nvPr/>
        </p:nvSpPr>
        <p:spPr>
          <a:xfrm>
            <a:off x="6006913" y="2225425"/>
            <a:ext cx="60974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Brian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成功完成了一笔 </a:t>
            </a:r>
            <a:r>
              <a:rPr lang="en-US" altLang="zh-CN" b="1" dirty="0">
                <a:solidFill>
                  <a:schemeClr val="bg1"/>
                </a:solidFill>
              </a:rPr>
              <a:t>$100</a:t>
            </a:r>
            <a:r>
              <a:rPr lang="zh-CN" altLang="en-US" b="1" dirty="0">
                <a:solidFill>
                  <a:schemeClr val="bg1"/>
                </a:solidFill>
              </a:rPr>
              <a:t>万的贷款交易（</a:t>
            </a:r>
            <a:r>
              <a:rPr lang="en-US" b="1" dirty="0">
                <a:solidFill>
                  <a:schemeClr val="bg1"/>
                </a:solidFill>
              </a:rPr>
              <a:t>Loan closed）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Aaron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是 </a:t>
            </a:r>
            <a:r>
              <a:rPr lang="en-US" dirty="0">
                <a:solidFill>
                  <a:schemeClr val="bg1"/>
                </a:solidFill>
              </a:rPr>
              <a:t>Brian </a:t>
            </a:r>
            <a:r>
              <a:rPr lang="zh-CN" altLang="en-US" dirty="0">
                <a:solidFill>
                  <a:schemeClr val="bg1"/>
                </a:solidFill>
              </a:rPr>
              <a:t>的上线，并且已经达成了以下两个资格要求：有</a:t>
            </a:r>
            <a:r>
              <a:rPr lang="en-US" b="1" dirty="0">
                <a:solidFill>
                  <a:schemeClr val="bg1"/>
                </a:solidFill>
              </a:rPr>
              <a:t>1 </a:t>
            </a:r>
            <a:r>
              <a:rPr lang="zh-CN" altLang="en-US" b="1" dirty="0">
                <a:solidFill>
                  <a:schemeClr val="bg1"/>
                </a:solidFill>
              </a:rPr>
              <a:t>笔有效贷款（</a:t>
            </a:r>
            <a:r>
              <a:rPr lang="en-US" b="1" dirty="0">
                <a:solidFill>
                  <a:schemeClr val="bg1"/>
                </a:solidFill>
              </a:rPr>
              <a:t>WL: Workable Loan）</a:t>
            </a:r>
            <a:r>
              <a:rPr lang="zh-CN" altLang="en-US" dirty="0">
                <a:solidFill>
                  <a:schemeClr val="bg1"/>
                </a:solidFill>
              </a:rPr>
              <a:t>，有</a:t>
            </a:r>
            <a:r>
              <a:rPr lang="en-US" b="1" dirty="0">
                <a:solidFill>
                  <a:schemeClr val="bg1"/>
                </a:solidFill>
              </a:rPr>
              <a:t>1 </a:t>
            </a:r>
            <a:r>
              <a:rPr lang="zh-CN" altLang="en-US" b="1" dirty="0">
                <a:solidFill>
                  <a:schemeClr val="bg1"/>
                </a:solidFill>
              </a:rPr>
              <a:t>位合格的直属成员（</a:t>
            </a:r>
            <a:r>
              <a:rPr lang="en-US" b="1" dirty="0">
                <a:solidFill>
                  <a:schemeClr val="bg1"/>
                </a:solidFill>
              </a:rPr>
              <a:t>PQ</a:t>
            </a:r>
            <a:r>
              <a:rPr lang="zh-CN" altLang="en-US" b="1" dirty="0">
                <a:solidFill>
                  <a:schemeClr val="bg1"/>
                </a:solidFill>
              </a:rPr>
              <a:t>）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D40A7E-AB02-9101-2064-363F7EC9EAD0}"/>
              </a:ext>
            </a:extLst>
          </p:cNvPr>
          <p:cNvGrpSpPr/>
          <p:nvPr/>
        </p:nvGrpSpPr>
        <p:grpSpPr>
          <a:xfrm>
            <a:off x="321333" y="274864"/>
            <a:ext cx="5173613" cy="2775985"/>
            <a:chOff x="631203" y="1560613"/>
            <a:chExt cx="10556394" cy="4165302"/>
          </a:xfrm>
        </p:grpSpPr>
        <p:sp>
          <p:nvSpPr>
            <p:cNvPr id="20" name="Google Shape;479;p55">
              <a:extLst>
                <a:ext uri="{FF2B5EF4-FFF2-40B4-BE49-F238E27FC236}">
                  <a16:creationId xmlns:a16="http://schemas.microsoft.com/office/drawing/2014/main" id="{56995827-0196-CF00-3577-87FAE0F99D9C}"/>
                </a:ext>
              </a:extLst>
            </p:cNvPr>
            <p:cNvSpPr/>
            <p:nvPr/>
          </p:nvSpPr>
          <p:spPr>
            <a:xfrm>
              <a:off x="631203" y="1570729"/>
              <a:ext cx="3736291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21" name="Google Shape;480;p55">
              <a:extLst>
                <a:ext uri="{FF2B5EF4-FFF2-40B4-BE49-F238E27FC236}">
                  <a16:creationId xmlns:a16="http://schemas.microsoft.com/office/drawing/2014/main" id="{CB030205-8AC7-8A29-1557-E12C3C1D3276}"/>
                </a:ext>
              </a:extLst>
            </p:cNvPr>
            <p:cNvSpPr/>
            <p:nvPr/>
          </p:nvSpPr>
          <p:spPr>
            <a:xfrm>
              <a:off x="4682564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22" name="Google Shape;481;p55">
              <a:extLst>
                <a:ext uri="{FF2B5EF4-FFF2-40B4-BE49-F238E27FC236}">
                  <a16:creationId xmlns:a16="http://schemas.microsoft.com/office/drawing/2014/main" id="{2819A567-782B-95D6-7EA7-E9FD1B2A7F1A}"/>
                </a:ext>
              </a:extLst>
            </p:cNvPr>
            <p:cNvSpPr/>
            <p:nvPr/>
          </p:nvSpPr>
          <p:spPr>
            <a:xfrm>
              <a:off x="8108697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23" name="Google Shape;482;p55">
              <a:extLst>
                <a:ext uri="{FF2B5EF4-FFF2-40B4-BE49-F238E27FC236}">
                  <a16:creationId xmlns:a16="http://schemas.microsoft.com/office/drawing/2014/main" id="{5D6D08F8-97BF-B47E-ED07-7EC3350E2437}"/>
                </a:ext>
              </a:extLst>
            </p:cNvPr>
            <p:cNvSpPr txBox="1"/>
            <p:nvPr/>
          </p:nvSpPr>
          <p:spPr>
            <a:xfrm>
              <a:off x="631203" y="1570776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层级</a:t>
              </a:r>
              <a:endParaRPr sz="1100"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Google Shape;483;p55">
              <a:extLst>
                <a:ext uri="{FF2B5EF4-FFF2-40B4-BE49-F238E27FC236}">
                  <a16:creationId xmlns:a16="http://schemas.microsoft.com/office/drawing/2014/main" id="{712BE65B-850A-4314-CC1D-62559E87158F}"/>
                </a:ext>
              </a:extLst>
            </p:cNvPr>
            <p:cNvSpPr txBox="1"/>
            <p:nvPr/>
          </p:nvSpPr>
          <p:spPr>
            <a:xfrm>
              <a:off x="4682564" y="1570716"/>
              <a:ext cx="3078900" cy="561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团队利润</a:t>
              </a:r>
              <a:endParaRPr sz="1100"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" name="Google Shape;484;p55">
              <a:extLst>
                <a:ext uri="{FF2B5EF4-FFF2-40B4-BE49-F238E27FC236}">
                  <a16:creationId xmlns:a16="http://schemas.microsoft.com/office/drawing/2014/main" id="{91C1B053-8A38-8B64-909F-37BDA0FE1BFC}"/>
                </a:ext>
              </a:extLst>
            </p:cNvPr>
            <p:cNvSpPr txBox="1"/>
            <p:nvPr/>
          </p:nvSpPr>
          <p:spPr>
            <a:xfrm>
              <a:off x="8106491" y="15606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顾问数量</a:t>
              </a:r>
              <a:endParaRPr sz="1100" b="1" dirty="0">
                <a:solidFill>
                  <a:srgbClr val="FFFFFF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486;p55">
              <a:extLst>
                <a:ext uri="{FF2B5EF4-FFF2-40B4-BE49-F238E27FC236}">
                  <a16:creationId xmlns:a16="http://schemas.microsoft.com/office/drawing/2014/main" id="{37661783-B1F2-0F3C-643E-9A23BDAC0E64}"/>
                </a:ext>
              </a:extLst>
            </p:cNvPr>
            <p:cNvSpPr/>
            <p:nvPr/>
          </p:nvSpPr>
          <p:spPr>
            <a:xfrm>
              <a:off x="631203" y="2166545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28" name="Google Shape;487;p55">
              <a:extLst>
                <a:ext uri="{FF2B5EF4-FFF2-40B4-BE49-F238E27FC236}">
                  <a16:creationId xmlns:a16="http://schemas.microsoft.com/office/drawing/2014/main" id="{3C6A6902-FB3A-FD2F-939B-D6F3728BB733}"/>
                </a:ext>
              </a:extLst>
            </p:cNvPr>
            <p:cNvSpPr/>
            <p:nvPr/>
          </p:nvSpPr>
          <p:spPr>
            <a:xfrm>
              <a:off x="4682564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29" name="Google Shape;488;p55">
              <a:extLst>
                <a:ext uri="{FF2B5EF4-FFF2-40B4-BE49-F238E27FC236}">
                  <a16:creationId xmlns:a16="http://schemas.microsoft.com/office/drawing/2014/main" id="{E8085369-92F3-46B9-8496-70EC91866E9F}"/>
                </a:ext>
              </a:extLst>
            </p:cNvPr>
            <p:cNvSpPr/>
            <p:nvPr/>
          </p:nvSpPr>
          <p:spPr>
            <a:xfrm>
              <a:off x="8108697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30" name="Google Shape;489;p55">
              <a:extLst>
                <a:ext uri="{FF2B5EF4-FFF2-40B4-BE49-F238E27FC236}">
                  <a16:creationId xmlns:a16="http://schemas.microsoft.com/office/drawing/2014/main" id="{F553E1DF-8D5A-1478-73F2-FA7288D4D73B}"/>
                </a:ext>
              </a:extLst>
            </p:cNvPr>
            <p:cNvSpPr txBox="1"/>
            <p:nvPr/>
          </p:nvSpPr>
          <p:spPr>
            <a:xfrm>
              <a:off x="631203" y="2166539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第一层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1" name="Google Shape;490;p55">
              <a:extLst>
                <a:ext uri="{FF2B5EF4-FFF2-40B4-BE49-F238E27FC236}">
                  <a16:creationId xmlns:a16="http://schemas.microsoft.com/office/drawing/2014/main" id="{18337911-8C19-A424-F3A7-4C8FAA96BA28}"/>
                </a:ext>
              </a:extLst>
            </p:cNvPr>
            <p:cNvSpPr txBox="1"/>
            <p:nvPr/>
          </p:nvSpPr>
          <p:spPr>
            <a:xfrm>
              <a:off x="4682564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10% TR = $2,000</a:t>
              </a:r>
            </a:p>
          </p:txBody>
        </p:sp>
        <p:sp>
          <p:nvSpPr>
            <p:cNvPr id="32" name="Google Shape;491;p55">
              <a:extLst>
                <a:ext uri="{FF2B5EF4-FFF2-40B4-BE49-F238E27FC236}">
                  <a16:creationId xmlns:a16="http://schemas.microsoft.com/office/drawing/2014/main" id="{9F8E42DE-51EA-8965-8788-60A5F01590C0}"/>
                </a:ext>
              </a:extLst>
            </p:cNvPr>
            <p:cNvSpPr txBox="1"/>
            <p:nvPr/>
          </p:nvSpPr>
          <p:spPr>
            <a:xfrm>
              <a:off x="8106491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3" name="Google Shape;493;p55">
              <a:extLst>
                <a:ext uri="{FF2B5EF4-FFF2-40B4-BE49-F238E27FC236}">
                  <a16:creationId xmlns:a16="http://schemas.microsoft.com/office/drawing/2014/main" id="{8CA5E9A7-5C3A-6E09-BAF9-BAB189F9A148}"/>
                </a:ext>
              </a:extLst>
            </p:cNvPr>
            <p:cNvSpPr/>
            <p:nvPr/>
          </p:nvSpPr>
          <p:spPr>
            <a:xfrm>
              <a:off x="631203" y="2762360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34" name="Google Shape;494;p55">
              <a:extLst>
                <a:ext uri="{FF2B5EF4-FFF2-40B4-BE49-F238E27FC236}">
                  <a16:creationId xmlns:a16="http://schemas.microsoft.com/office/drawing/2014/main" id="{DFDE9F0D-E7F8-1B03-D303-2760E15D6F80}"/>
                </a:ext>
              </a:extLst>
            </p:cNvPr>
            <p:cNvSpPr/>
            <p:nvPr/>
          </p:nvSpPr>
          <p:spPr>
            <a:xfrm>
              <a:off x="4682564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35" name="Google Shape;495;p55">
              <a:extLst>
                <a:ext uri="{FF2B5EF4-FFF2-40B4-BE49-F238E27FC236}">
                  <a16:creationId xmlns:a16="http://schemas.microsoft.com/office/drawing/2014/main" id="{E574AAE5-0C1A-792C-F7B1-3307E865C554}"/>
                </a:ext>
              </a:extLst>
            </p:cNvPr>
            <p:cNvSpPr/>
            <p:nvPr/>
          </p:nvSpPr>
          <p:spPr>
            <a:xfrm>
              <a:off x="8108697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36" name="Google Shape;496;p55">
              <a:extLst>
                <a:ext uri="{FF2B5EF4-FFF2-40B4-BE49-F238E27FC236}">
                  <a16:creationId xmlns:a16="http://schemas.microsoft.com/office/drawing/2014/main" id="{30B21364-967E-1F67-6A1B-2DF7060263B0}"/>
                </a:ext>
              </a:extLst>
            </p:cNvPr>
            <p:cNvSpPr txBox="1"/>
            <p:nvPr/>
          </p:nvSpPr>
          <p:spPr>
            <a:xfrm>
              <a:off x="631203" y="276236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第二层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7" name="Google Shape;497;p55">
              <a:extLst>
                <a:ext uri="{FF2B5EF4-FFF2-40B4-BE49-F238E27FC236}">
                  <a16:creationId xmlns:a16="http://schemas.microsoft.com/office/drawing/2014/main" id="{E3ABB459-64BA-710A-86CB-08E67AEE157E}"/>
                </a:ext>
              </a:extLst>
            </p:cNvPr>
            <p:cNvSpPr txBox="1"/>
            <p:nvPr/>
          </p:nvSpPr>
          <p:spPr>
            <a:xfrm>
              <a:off x="4682564" y="272840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5% TR = $1,000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8" name="Google Shape;498;p55">
              <a:extLst>
                <a:ext uri="{FF2B5EF4-FFF2-40B4-BE49-F238E27FC236}">
                  <a16:creationId xmlns:a16="http://schemas.microsoft.com/office/drawing/2014/main" id="{34ED2149-13C8-29EC-F8DF-3977563D77EF}"/>
                </a:ext>
              </a:extLst>
            </p:cNvPr>
            <p:cNvSpPr txBox="1"/>
            <p:nvPr/>
          </p:nvSpPr>
          <p:spPr>
            <a:xfrm>
              <a:off x="8106491" y="2718120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9" name="Google Shape;500;p55">
              <a:extLst>
                <a:ext uri="{FF2B5EF4-FFF2-40B4-BE49-F238E27FC236}">
                  <a16:creationId xmlns:a16="http://schemas.microsoft.com/office/drawing/2014/main" id="{96ED604B-F8F4-DC2F-C743-69594BA4FCCE}"/>
                </a:ext>
              </a:extLst>
            </p:cNvPr>
            <p:cNvSpPr/>
            <p:nvPr/>
          </p:nvSpPr>
          <p:spPr>
            <a:xfrm>
              <a:off x="631203" y="3358177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40" name="Google Shape;501;p55">
              <a:extLst>
                <a:ext uri="{FF2B5EF4-FFF2-40B4-BE49-F238E27FC236}">
                  <a16:creationId xmlns:a16="http://schemas.microsoft.com/office/drawing/2014/main" id="{A0E2CF99-7D5F-C042-3426-57B6E49879A8}"/>
                </a:ext>
              </a:extLst>
            </p:cNvPr>
            <p:cNvSpPr/>
            <p:nvPr/>
          </p:nvSpPr>
          <p:spPr>
            <a:xfrm>
              <a:off x="4682564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41" name="Google Shape;502;p55">
              <a:extLst>
                <a:ext uri="{FF2B5EF4-FFF2-40B4-BE49-F238E27FC236}">
                  <a16:creationId xmlns:a16="http://schemas.microsoft.com/office/drawing/2014/main" id="{C0FDDCD4-AC47-7163-DE98-1D297F39F761}"/>
                </a:ext>
              </a:extLst>
            </p:cNvPr>
            <p:cNvSpPr/>
            <p:nvPr/>
          </p:nvSpPr>
          <p:spPr>
            <a:xfrm>
              <a:off x="8108697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42" name="Google Shape;503;p55">
              <a:extLst>
                <a:ext uri="{FF2B5EF4-FFF2-40B4-BE49-F238E27FC236}">
                  <a16:creationId xmlns:a16="http://schemas.microsoft.com/office/drawing/2014/main" id="{5BA18A0C-29DD-80FC-87D6-08EF30B833E9}"/>
                </a:ext>
              </a:extLst>
            </p:cNvPr>
            <p:cNvSpPr txBox="1"/>
            <p:nvPr/>
          </p:nvSpPr>
          <p:spPr>
            <a:xfrm>
              <a:off x="631203" y="3358171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第三层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43" name="Google Shape;504;p55">
              <a:extLst>
                <a:ext uri="{FF2B5EF4-FFF2-40B4-BE49-F238E27FC236}">
                  <a16:creationId xmlns:a16="http://schemas.microsoft.com/office/drawing/2014/main" id="{B9F92739-C4B4-3C31-C144-E7B6B30F5C33}"/>
                </a:ext>
              </a:extLst>
            </p:cNvPr>
            <p:cNvSpPr txBox="1"/>
            <p:nvPr/>
          </p:nvSpPr>
          <p:spPr>
            <a:xfrm>
              <a:off x="4682564" y="33412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3% TR = $600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44" name="Google Shape;505;p55">
              <a:extLst>
                <a:ext uri="{FF2B5EF4-FFF2-40B4-BE49-F238E27FC236}">
                  <a16:creationId xmlns:a16="http://schemas.microsoft.com/office/drawing/2014/main" id="{C96566EA-BA50-6FDB-DEB4-E418E3582CE1}"/>
                </a:ext>
              </a:extLst>
            </p:cNvPr>
            <p:cNvSpPr txBox="1"/>
            <p:nvPr/>
          </p:nvSpPr>
          <p:spPr>
            <a:xfrm>
              <a:off x="8106491" y="334119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45" name="Google Shape;507;p55">
              <a:extLst>
                <a:ext uri="{FF2B5EF4-FFF2-40B4-BE49-F238E27FC236}">
                  <a16:creationId xmlns:a16="http://schemas.microsoft.com/office/drawing/2014/main" id="{42887210-B68C-E598-6021-C1B5768D21BC}"/>
                </a:ext>
              </a:extLst>
            </p:cNvPr>
            <p:cNvSpPr/>
            <p:nvPr/>
          </p:nvSpPr>
          <p:spPr>
            <a:xfrm>
              <a:off x="631203" y="3953992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46" name="Google Shape;508;p55">
              <a:extLst>
                <a:ext uri="{FF2B5EF4-FFF2-40B4-BE49-F238E27FC236}">
                  <a16:creationId xmlns:a16="http://schemas.microsoft.com/office/drawing/2014/main" id="{8F93AFF8-D374-A170-32CC-CA67DC2F5ABF}"/>
                </a:ext>
              </a:extLst>
            </p:cNvPr>
            <p:cNvSpPr/>
            <p:nvPr/>
          </p:nvSpPr>
          <p:spPr>
            <a:xfrm>
              <a:off x="4682564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47" name="Google Shape;509;p55">
              <a:extLst>
                <a:ext uri="{FF2B5EF4-FFF2-40B4-BE49-F238E27FC236}">
                  <a16:creationId xmlns:a16="http://schemas.microsoft.com/office/drawing/2014/main" id="{41156F1C-F12A-1CF4-1413-35AA0F2B0D07}"/>
                </a:ext>
              </a:extLst>
            </p:cNvPr>
            <p:cNvSpPr/>
            <p:nvPr/>
          </p:nvSpPr>
          <p:spPr>
            <a:xfrm>
              <a:off x="8108697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48" name="Google Shape;510;p55">
              <a:extLst>
                <a:ext uri="{FF2B5EF4-FFF2-40B4-BE49-F238E27FC236}">
                  <a16:creationId xmlns:a16="http://schemas.microsoft.com/office/drawing/2014/main" id="{B72E6CC3-1869-43F6-56BA-D8054B6271B3}"/>
                </a:ext>
              </a:extLst>
            </p:cNvPr>
            <p:cNvSpPr txBox="1"/>
            <p:nvPr/>
          </p:nvSpPr>
          <p:spPr>
            <a:xfrm>
              <a:off x="631203" y="3953980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第四层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49" name="Google Shape;511;p55">
              <a:extLst>
                <a:ext uri="{FF2B5EF4-FFF2-40B4-BE49-F238E27FC236}">
                  <a16:creationId xmlns:a16="http://schemas.microsoft.com/office/drawing/2014/main" id="{5255621C-6647-A3E5-B468-F02F78AA7279}"/>
                </a:ext>
              </a:extLst>
            </p:cNvPr>
            <p:cNvSpPr txBox="1"/>
            <p:nvPr/>
          </p:nvSpPr>
          <p:spPr>
            <a:xfrm>
              <a:off x="4682564" y="3920055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TR = $300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0" name="Google Shape;512;p55">
              <a:extLst>
                <a:ext uri="{FF2B5EF4-FFF2-40B4-BE49-F238E27FC236}">
                  <a16:creationId xmlns:a16="http://schemas.microsoft.com/office/drawing/2014/main" id="{5AEF4AB3-669F-C06C-7426-19B64826328D}"/>
                </a:ext>
              </a:extLst>
            </p:cNvPr>
            <p:cNvSpPr txBox="1"/>
            <p:nvPr/>
          </p:nvSpPr>
          <p:spPr>
            <a:xfrm>
              <a:off x="8106491" y="3911137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8+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1" name="Google Shape;514;p55">
              <a:extLst>
                <a:ext uri="{FF2B5EF4-FFF2-40B4-BE49-F238E27FC236}">
                  <a16:creationId xmlns:a16="http://schemas.microsoft.com/office/drawing/2014/main" id="{596796CF-EECA-A78E-C51A-CF75038C6C22}"/>
                </a:ext>
              </a:extLst>
            </p:cNvPr>
            <p:cNvSpPr/>
            <p:nvPr/>
          </p:nvSpPr>
          <p:spPr>
            <a:xfrm>
              <a:off x="631203" y="4549808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2" name="Google Shape;515;p55">
              <a:extLst>
                <a:ext uri="{FF2B5EF4-FFF2-40B4-BE49-F238E27FC236}">
                  <a16:creationId xmlns:a16="http://schemas.microsoft.com/office/drawing/2014/main" id="{3CA666A2-0C4A-7357-40BF-02A718A81333}"/>
                </a:ext>
              </a:extLst>
            </p:cNvPr>
            <p:cNvSpPr/>
            <p:nvPr/>
          </p:nvSpPr>
          <p:spPr>
            <a:xfrm>
              <a:off x="4682564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3" name="Google Shape;516;p55">
              <a:extLst>
                <a:ext uri="{FF2B5EF4-FFF2-40B4-BE49-F238E27FC236}">
                  <a16:creationId xmlns:a16="http://schemas.microsoft.com/office/drawing/2014/main" id="{B775FA72-5F9E-0BC5-746F-F81FA493BCB2}"/>
                </a:ext>
              </a:extLst>
            </p:cNvPr>
            <p:cNvSpPr/>
            <p:nvPr/>
          </p:nvSpPr>
          <p:spPr>
            <a:xfrm>
              <a:off x="8108697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4" name="Google Shape;517;p55">
              <a:extLst>
                <a:ext uri="{FF2B5EF4-FFF2-40B4-BE49-F238E27FC236}">
                  <a16:creationId xmlns:a16="http://schemas.microsoft.com/office/drawing/2014/main" id="{43D4CAAC-3D7C-ADB9-D890-B1DB0ED7C20D}"/>
                </a:ext>
              </a:extLst>
            </p:cNvPr>
            <p:cNvSpPr txBox="1"/>
            <p:nvPr/>
          </p:nvSpPr>
          <p:spPr>
            <a:xfrm>
              <a:off x="631203" y="454980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第五层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5" name="Google Shape;518;p55">
              <a:extLst>
                <a:ext uri="{FF2B5EF4-FFF2-40B4-BE49-F238E27FC236}">
                  <a16:creationId xmlns:a16="http://schemas.microsoft.com/office/drawing/2014/main" id="{7916C1E2-4824-40B3-7132-DA41DEB8CEAE}"/>
                </a:ext>
              </a:extLst>
            </p:cNvPr>
            <p:cNvSpPr txBox="1"/>
            <p:nvPr/>
          </p:nvSpPr>
          <p:spPr>
            <a:xfrm>
              <a:off x="4682564" y="454984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TR = $300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6" name="Google Shape;519;p55">
              <a:extLst>
                <a:ext uri="{FF2B5EF4-FFF2-40B4-BE49-F238E27FC236}">
                  <a16:creationId xmlns:a16="http://schemas.microsoft.com/office/drawing/2014/main" id="{5780F6ED-979A-7AA1-26C7-0097BCDB3ACB}"/>
                </a:ext>
              </a:extLst>
            </p:cNvPr>
            <p:cNvSpPr txBox="1"/>
            <p:nvPr/>
          </p:nvSpPr>
          <p:spPr>
            <a:xfrm>
              <a:off x="8106491" y="4532029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12+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57" name="Google Shape;521;p55">
              <a:extLst>
                <a:ext uri="{FF2B5EF4-FFF2-40B4-BE49-F238E27FC236}">
                  <a16:creationId xmlns:a16="http://schemas.microsoft.com/office/drawing/2014/main" id="{BB9D1C32-6ABA-9D0A-89B1-12CE2FC0B472}"/>
                </a:ext>
              </a:extLst>
            </p:cNvPr>
            <p:cNvSpPr/>
            <p:nvPr/>
          </p:nvSpPr>
          <p:spPr>
            <a:xfrm>
              <a:off x="631203" y="5145623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8" name="Google Shape;522;p55">
              <a:extLst>
                <a:ext uri="{FF2B5EF4-FFF2-40B4-BE49-F238E27FC236}">
                  <a16:creationId xmlns:a16="http://schemas.microsoft.com/office/drawing/2014/main" id="{11DD9FEC-3056-EF92-3ED5-96D535BD3A04}"/>
                </a:ext>
              </a:extLst>
            </p:cNvPr>
            <p:cNvSpPr/>
            <p:nvPr/>
          </p:nvSpPr>
          <p:spPr>
            <a:xfrm>
              <a:off x="4682564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9" name="Google Shape;523;p55">
              <a:extLst>
                <a:ext uri="{FF2B5EF4-FFF2-40B4-BE49-F238E27FC236}">
                  <a16:creationId xmlns:a16="http://schemas.microsoft.com/office/drawing/2014/main" id="{7B39CF16-0AF4-41A5-25C7-2C17AD9F2248}"/>
                </a:ext>
              </a:extLst>
            </p:cNvPr>
            <p:cNvSpPr/>
            <p:nvPr/>
          </p:nvSpPr>
          <p:spPr>
            <a:xfrm>
              <a:off x="8108697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60" name="Google Shape;524;p55">
              <a:extLst>
                <a:ext uri="{FF2B5EF4-FFF2-40B4-BE49-F238E27FC236}">
                  <a16:creationId xmlns:a16="http://schemas.microsoft.com/office/drawing/2014/main" id="{EEA31C83-9F00-941F-84B7-4AB8B08381EC}"/>
                </a:ext>
              </a:extLst>
            </p:cNvPr>
            <p:cNvSpPr txBox="1"/>
            <p:nvPr/>
          </p:nvSpPr>
          <p:spPr>
            <a:xfrm>
              <a:off x="631203" y="5145627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第六层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1" name="Google Shape;525;p55">
              <a:extLst>
                <a:ext uri="{FF2B5EF4-FFF2-40B4-BE49-F238E27FC236}">
                  <a16:creationId xmlns:a16="http://schemas.microsoft.com/office/drawing/2014/main" id="{40C10718-03C3-CC9D-28D3-BD906AB635E8}"/>
                </a:ext>
              </a:extLst>
            </p:cNvPr>
            <p:cNvSpPr txBox="1"/>
            <p:nvPr/>
          </p:nvSpPr>
          <p:spPr>
            <a:xfrm>
              <a:off x="4682564" y="511170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1% TR = $200</a:t>
              </a:r>
            </a:p>
          </p:txBody>
        </p:sp>
        <p:sp>
          <p:nvSpPr>
            <p:cNvPr id="62" name="Google Shape;526;p55">
              <a:extLst>
                <a:ext uri="{FF2B5EF4-FFF2-40B4-BE49-F238E27FC236}">
                  <a16:creationId xmlns:a16="http://schemas.microsoft.com/office/drawing/2014/main" id="{9BC03082-BA69-AB07-F16D-D215B9952726}"/>
                </a:ext>
              </a:extLst>
            </p:cNvPr>
            <p:cNvSpPr txBox="1"/>
            <p:nvPr/>
          </p:nvSpPr>
          <p:spPr>
            <a:xfrm>
              <a:off x="8106491" y="510416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15+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pic>
        <p:nvPicPr>
          <p:cNvPr id="64" name="Picture 6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808165-8541-926A-2118-98322BA2B8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0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9107284-202D-4D0E-8C05-3F4364EACD94}"/>
              </a:ext>
            </a:extLst>
          </p:cNvPr>
          <p:cNvGrpSpPr/>
          <p:nvPr/>
        </p:nvGrpSpPr>
        <p:grpSpPr>
          <a:xfrm>
            <a:off x="6227387" y="274864"/>
            <a:ext cx="5519802" cy="2092881"/>
            <a:chOff x="4244163" y="1645867"/>
            <a:chExt cx="5519802" cy="20928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40AC5C-3116-4DAB-8F52-1A9CEB2927AF}"/>
                </a:ext>
              </a:extLst>
            </p:cNvPr>
            <p:cNvSpPr txBox="1"/>
            <p:nvPr/>
          </p:nvSpPr>
          <p:spPr>
            <a:xfrm>
              <a:off x="5792960" y="1923770"/>
              <a:ext cx="373686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0" dirty="0" err="1">
                  <a:solidFill>
                    <a:srgbClr val="F3932D"/>
                  </a:solidFill>
                  <a:latin typeface="Arial Black" panose="020B0A04020102020204" pitchFamily="34" charset="0"/>
                  <a:cs typeface="Arial" pitchFamily="34" charset="0"/>
                </a:rPr>
                <a:t>evenue</a:t>
              </a:r>
              <a:endPara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3932D"/>
                </a:solidFill>
                <a:effectLst/>
                <a:uLnTx/>
                <a:uFillTx/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0F9E51-7DC1-4198-9CE2-B5836B6D0D35}"/>
                </a:ext>
              </a:extLst>
            </p:cNvPr>
            <p:cNvSpPr txBox="1"/>
            <p:nvPr/>
          </p:nvSpPr>
          <p:spPr>
            <a:xfrm>
              <a:off x="5792959" y="2681288"/>
              <a:ext cx="3971006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/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案例</a:t>
              </a: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/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2</a:t>
              </a:r>
              <a:endPara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F2B662"/>
                </a:solidFill>
                <a:effectLst/>
                <a:uLnTx/>
                <a:uFillTx/>
                <a:latin typeface="Adobe Song Std L" panose="02020300000000000000" pitchFamily="18" charset="-128"/>
                <a:ea typeface="Adobe Song Std L" panose="02020300000000000000" pitchFamily="18" charset="-128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B74E03-AD7B-4F32-89FC-06147EFF4CED}"/>
                </a:ext>
              </a:extLst>
            </p:cNvPr>
            <p:cNvSpPr txBox="1"/>
            <p:nvPr/>
          </p:nvSpPr>
          <p:spPr>
            <a:xfrm>
              <a:off x="4244163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3000" b="1" dirty="0">
                  <a:solidFill>
                    <a:srgbClr val="F3932D"/>
                  </a:solidFill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R</a:t>
              </a:r>
              <a:endParaRPr kumimoji="0" lang="en-US" altLang="ko-KR" sz="13000" b="1" i="0" u="none" strike="noStrike" kern="1200" cap="none" spc="0" normalizeH="0" baseline="0" noProof="0" dirty="0">
                <a:ln>
                  <a:noFill/>
                </a:ln>
                <a:solidFill>
                  <a:srgbClr val="F3932D"/>
                </a:solidFill>
                <a:effectLst/>
                <a:uLnTx/>
                <a:uFillTx/>
                <a:latin typeface="Arial Black" panose="020B0A04020102020204" pitchFamily="34" charset="0"/>
                <a:ea typeface="Adobe Song Std L" panose="02020300000000000000" pitchFamily="18" charset="-128"/>
                <a:cs typeface="Arial" pitchFamily="34" charset="0"/>
              </a:endParaRPr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0156838-10FD-49FF-98A6-9F097E0AB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473124"/>
              </p:ext>
            </p:extLst>
          </p:nvPr>
        </p:nvGraphicFramePr>
        <p:xfrm>
          <a:off x="388281" y="2250727"/>
          <a:ext cx="5332576" cy="4321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88AF849-CE67-1410-9BF3-902440A77617}"/>
              </a:ext>
            </a:extLst>
          </p:cNvPr>
          <p:cNvSpPr txBox="1"/>
          <p:nvPr/>
        </p:nvSpPr>
        <p:spPr>
          <a:xfrm>
            <a:off x="6008743" y="2334231"/>
            <a:ext cx="6097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Cindy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成交了一笔 </a:t>
            </a:r>
            <a:r>
              <a:rPr lang="en-US" altLang="zh-CN" b="1" dirty="0">
                <a:solidFill>
                  <a:schemeClr val="bg1"/>
                </a:solidFill>
              </a:rPr>
              <a:t>$100</a:t>
            </a:r>
            <a:r>
              <a:rPr lang="zh-CN" altLang="en-US" b="1" dirty="0">
                <a:solidFill>
                  <a:schemeClr val="bg1"/>
                </a:solidFill>
              </a:rPr>
              <a:t>万贷款</a:t>
            </a:r>
            <a:r>
              <a:rPr lang="zh-CN" altLang="en-US" dirty="0">
                <a:solidFill>
                  <a:schemeClr val="bg1"/>
                </a:solidFill>
              </a:rPr>
              <a:t>（实际成交人）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是她的上线，有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笔有效贷款（</a:t>
            </a:r>
            <a:r>
              <a:rPr lang="en-US" b="1" dirty="0">
                <a:solidFill>
                  <a:schemeClr val="bg1"/>
                </a:solidFill>
              </a:rPr>
              <a:t>WL）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Aaron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是</a:t>
            </a:r>
            <a:r>
              <a:rPr lang="en-US" dirty="0">
                <a:solidFill>
                  <a:schemeClr val="bg1"/>
                </a:solidFill>
              </a:rPr>
              <a:t>Brian</a:t>
            </a:r>
            <a:r>
              <a:rPr lang="zh-CN" altLang="en-US" dirty="0">
                <a:solidFill>
                  <a:schemeClr val="bg1"/>
                </a:solidFill>
              </a:rPr>
              <a:t>的上线，也有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笔</a:t>
            </a:r>
            <a:r>
              <a:rPr lang="en-US" b="1" dirty="0">
                <a:solidFill>
                  <a:schemeClr val="bg1"/>
                </a:solidFill>
              </a:rPr>
              <a:t>WL</a:t>
            </a:r>
            <a:r>
              <a:rPr lang="en-US" dirty="0">
                <a:solidFill>
                  <a:schemeClr val="bg1"/>
                </a:solidFill>
              </a:rPr>
              <a:t>，</a:t>
            </a:r>
            <a:r>
              <a:rPr lang="zh-CN" altLang="en-US" dirty="0">
                <a:solidFill>
                  <a:schemeClr val="bg1"/>
                </a:solidFill>
              </a:rPr>
              <a:t>但</a:t>
            </a:r>
            <a:r>
              <a:rPr lang="zh-CN" altLang="en-US" b="1" dirty="0">
                <a:solidFill>
                  <a:schemeClr val="bg1"/>
                </a:solidFill>
              </a:rPr>
              <a:t>仅有</a:t>
            </a:r>
            <a:r>
              <a:rPr lang="en-US" altLang="zh-CN" b="1" dirty="0">
                <a:solidFill>
                  <a:schemeClr val="bg1"/>
                </a:solidFill>
              </a:rPr>
              <a:t>2</a:t>
            </a:r>
            <a:r>
              <a:rPr lang="zh-CN" altLang="en-US" b="1" dirty="0">
                <a:solidFill>
                  <a:schemeClr val="bg1"/>
                </a:solidFill>
              </a:rPr>
              <a:t>个直属成员</a:t>
            </a:r>
            <a:endParaRPr lang="en-US" dirty="0">
              <a:solidFill>
                <a:schemeClr val="bg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1" kern="0" dirty="0">
              <a:solidFill>
                <a:schemeClr val="bg1"/>
              </a:solidFill>
              <a:latin typeface="Lucida Sans" panose="020B0602030504020204" pitchFamily="34" charset="0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57" name="Google Shape;536;p56">
            <a:extLst>
              <a:ext uri="{FF2B5EF4-FFF2-40B4-BE49-F238E27FC236}">
                <a16:creationId xmlns:a16="http://schemas.microsoft.com/office/drawing/2014/main" id="{CB8F6C17-CFD9-3AE9-28B5-2DA7E39BD0C0}"/>
              </a:ext>
            </a:extLst>
          </p:cNvPr>
          <p:cNvGrpSpPr/>
          <p:nvPr/>
        </p:nvGrpSpPr>
        <p:grpSpPr>
          <a:xfrm>
            <a:off x="6087618" y="3918362"/>
            <a:ext cx="6018589" cy="612622"/>
            <a:chOff x="946362" y="2351475"/>
            <a:chExt cx="7251265" cy="519789"/>
          </a:xfrm>
        </p:grpSpPr>
        <p:sp>
          <p:nvSpPr>
            <p:cNvPr id="58" name="Google Shape;537;p56">
              <a:extLst>
                <a:ext uri="{FF2B5EF4-FFF2-40B4-BE49-F238E27FC236}">
                  <a16:creationId xmlns:a16="http://schemas.microsoft.com/office/drawing/2014/main" id="{EEF32ABF-AC3E-A89F-22BB-2A3F16DA64E0}"/>
                </a:ext>
              </a:extLst>
            </p:cNvPr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59" name="Google Shape;538;p56">
              <a:extLst>
                <a:ext uri="{FF2B5EF4-FFF2-40B4-BE49-F238E27FC236}">
                  <a16:creationId xmlns:a16="http://schemas.microsoft.com/office/drawing/2014/main" id="{983A0E12-C760-982B-9812-A488D0C84D48}"/>
                </a:ext>
              </a:extLst>
            </p:cNvPr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60" name="Google Shape;539;p56">
              <a:extLst>
                <a:ext uri="{FF2B5EF4-FFF2-40B4-BE49-F238E27FC236}">
                  <a16:creationId xmlns:a16="http://schemas.microsoft.com/office/drawing/2014/main" id="{760CF1E7-0AFA-BA61-E8B0-78937B5D72E7}"/>
                </a:ext>
              </a:extLst>
            </p:cNvPr>
            <p:cNvSpPr txBox="1"/>
            <p:nvPr/>
          </p:nvSpPr>
          <p:spPr>
            <a:xfrm>
              <a:off x="1592312" y="2351475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Cindy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1" name="Google Shape;540;p56">
              <a:extLst>
                <a:ext uri="{FF2B5EF4-FFF2-40B4-BE49-F238E27FC236}">
                  <a16:creationId xmlns:a16="http://schemas.microsoft.com/office/drawing/2014/main" id="{48FED4D4-0D5B-64FF-2DCD-FAD296B5297C}"/>
                </a:ext>
              </a:extLst>
            </p:cNvPr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$9,200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62" name="Google Shape;541;p56">
              <a:extLst>
                <a:ext uri="{FF2B5EF4-FFF2-40B4-BE49-F238E27FC236}">
                  <a16:creationId xmlns:a16="http://schemas.microsoft.com/office/drawing/2014/main" id="{D632BFC0-FDD1-4C66-2DB4-25F99E83696D}"/>
                </a:ext>
              </a:extLst>
            </p:cNvPr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63" name="Google Shape;542;p56">
            <a:extLst>
              <a:ext uri="{FF2B5EF4-FFF2-40B4-BE49-F238E27FC236}">
                <a16:creationId xmlns:a16="http://schemas.microsoft.com/office/drawing/2014/main" id="{26774BD4-A685-781A-A373-DFD93385799F}"/>
              </a:ext>
            </a:extLst>
          </p:cNvPr>
          <p:cNvGrpSpPr/>
          <p:nvPr/>
        </p:nvGrpSpPr>
        <p:grpSpPr>
          <a:xfrm>
            <a:off x="6087618" y="4497463"/>
            <a:ext cx="6018589" cy="606034"/>
            <a:chOff x="946362" y="2847326"/>
            <a:chExt cx="7251265" cy="514199"/>
          </a:xfrm>
        </p:grpSpPr>
        <p:sp>
          <p:nvSpPr>
            <p:cNvPr id="64" name="Google Shape;543;p56">
              <a:extLst>
                <a:ext uri="{FF2B5EF4-FFF2-40B4-BE49-F238E27FC236}">
                  <a16:creationId xmlns:a16="http://schemas.microsoft.com/office/drawing/2014/main" id="{301B486F-C77B-522C-E592-06AF41B46B52}"/>
                </a:ext>
              </a:extLst>
            </p:cNvPr>
            <p:cNvSpPr/>
            <p:nvPr/>
          </p:nvSpPr>
          <p:spPr>
            <a:xfrm>
              <a:off x="946362" y="2884250"/>
              <a:ext cx="40482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65" name="Google Shape;544;p56">
              <a:extLst>
                <a:ext uri="{FF2B5EF4-FFF2-40B4-BE49-F238E27FC236}">
                  <a16:creationId xmlns:a16="http://schemas.microsoft.com/office/drawing/2014/main" id="{3D9DE467-12A7-3652-8EBA-FC3A26F69C7D}"/>
                </a:ext>
              </a:extLst>
            </p:cNvPr>
            <p:cNvSpPr/>
            <p:nvPr/>
          </p:nvSpPr>
          <p:spPr>
            <a:xfrm>
              <a:off x="5118727" y="2884257"/>
              <a:ext cx="30789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66" name="Google Shape;545;p56">
              <a:extLst>
                <a:ext uri="{FF2B5EF4-FFF2-40B4-BE49-F238E27FC236}">
                  <a16:creationId xmlns:a16="http://schemas.microsoft.com/office/drawing/2014/main" id="{5542EF24-CC5D-0FDB-B935-B7C7C84ECD19}"/>
                </a:ext>
              </a:extLst>
            </p:cNvPr>
            <p:cNvSpPr txBox="1"/>
            <p:nvPr/>
          </p:nvSpPr>
          <p:spPr>
            <a:xfrm>
              <a:off x="1592311" y="2848825"/>
              <a:ext cx="3271671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Brian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7" name="Google Shape;546;p56">
              <a:extLst>
                <a:ext uri="{FF2B5EF4-FFF2-40B4-BE49-F238E27FC236}">
                  <a16:creationId xmlns:a16="http://schemas.microsoft.com/office/drawing/2014/main" id="{C14B5A98-6A8A-1979-215B-957450324495}"/>
                </a:ext>
              </a:extLst>
            </p:cNvPr>
            <p:cNvSpPr txBox="1"/>
            <p:nvPr/>
          </p:nvSpPr>
          <p:spPr>
            <a:xfrm>
              <a:off x="5116522" y="28473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$2,000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68" name="Google Shape;547;p56">
              <a:extLst>
                <a:ext uri="{FF2B5EF4-FFF2-40B4-BE49-F238E27FC236}">
                  <a16:creationId xmlns:a16="http://schemas.microsoft.com/office/drawing/2014/main" id="{016665EA-71C9-062A-FCB3-503B7CC3A75E}"/>
                </a:ext>
              </a:extLst>
            </p:cNvPr>
            <p:cNvSpPr/>
            <p:nvPr/>
          </p:nvSpPr>
          <p:spPr>
            <a:xfrm>
              <a:off x="4866188" y="292828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69" name="Google Shape;536;p56">
            <a:extLst>
              <a:ext uri="{FF2B5EF4-FFF2-40B4-BE49-F238E27FC236}">
                <a16:creationId xmlns:a16="http://schemas.microsoft.com/office/drawing/2014/main" id="{CE0668FA-65C1-1C6A-227A-EED852E8B5DB}"/>
              </a:ext>
            </a:extLst>
          </p:cNvPr>
          <p:cNvGrpSpPr/>
          <p:nvPr/>
        </p:nvGrpSpPr>
        <p:grpSpPr>
          <a:xfrm>
            <a:off x="6096000" y="5104682"/>
            <a:ext cx="6018589" cy="612622"/>
            <a:chOff x="946362" y="2351475"/>
            <a:chExt cx="7251265" cy="519789"/>
          </a:xfrm>
        </p:grpSpPr>
        <p:sp>
          <p:nvSpPr>
            <p:cNvPr id="70" name="Google Shape;537;p56">
              <a:extLst>
                <a:ext uri="{FF2B5EF4-FFF2-40B4-BE49-F238E27FC236}">
                  <a16:creationId xmlns:a16="http://schemas.microsoft.com/office/drawing/2014/main" id="{1C98CFCB-7334-1379-3AAD-3BA7C325E707}"/>
                </a:ext>
              </a:extLst>
            </p:cNvPr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71" name="Google Shape;538;p56">
              <a:extLst>
                <a:ext uri="{FF2B5EF4-FFF2-40B4-BE49-F238E27FC236}">
                  <a16:creationId xmlns:a16="http://schemas.microsoft.com/office/drawing/2014/main" id="{8C71BE53-8B30-C854-F039-2D6964D0C605}"/>
                </a:ext>
              </a:extLst>
            </p:cNvPr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72" name="Google Shape;539;p56">
              <a:extLst>
                <a:ext uri="{FF2B5EF4-FFF2-40B4-BE49-F238E27FC236}">
                  <a16:creationId xmlns:a16="http://schemas.microsoft.com/office/drawing/2014/main" id="{062CD0FC-15DA-9718-04BE-076015B232E2}"/>
                </a:ext>
              </a:extLst>
            </p:cNvPr>
            <p:cNvSpPr txBox="1"/>
            <p:nvPr/>
          </p:nvSpPr>
          <p:spPr>
            <a:xfrm>
              <a:off x="1592312" y="2351475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Aaron ($1,000x25%)</a:t>
              </a:r>
              <a:endPara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73" name="Google Shape;540;p56">
              <a:extLst>
                <a:ext uri="{FF2B5EF4-FFF2-40B4-BE49-F238E27FC236}">
                  <a16:creationId xmlns:a16="http://schemas.microsoft.com/office/drawing/2014/main" id="{31ACB361-376D-28B5-E0F2-9610BC35A734}"/>
                </a:ext>
              </a:extLst>
            </p:cNvPr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$250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74" name="Google Shape;541;p56">
              <a:extLst>
                <a:ext uri="{FF2B5EF4-FFF2-40B4-BE49-F238E27FC236}">
                  <a16:creationId xmlns:a16="http://schemas.microsoft.com/office/drawing/2014/main" id="{ABF62493-D037-73E9-7D6B-A2D1ED574568}"/>
                </a:ext>
              </a:extLst>
            </p:cNvPr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pic>
        <p:nvPicPr>
          <p:cNvPr id="52" name="Picture 5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D0DB9A7-E1FA-E395-4B95-4103296C9B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7590186-9BFE-CFAD-9550-CC51CE6C64D3}"/>
              </a:ext>
            </a:extLst>
          </p:cNvPr>
          <p:cNvGrpSpPr/>
          <p:nvPr/>
        </p:nvGrpSpPr>
        <p:grpSpPr>
          <a:xfrm>
            <a:off x="321333" y="274864"/>
            <a:ext cx="5173613" cy="2775985"/>
            <a:chOff x="631203" y="1560613"/>
            <a:chExt cx="10556394" cy="4165302"/>
          </a:xfrm>
        </p:grpSpPr>
        <p:sp>
          <p:nvSpPr>
            <p:cNvPr id="53" name="Google Shape;479;p55">
              <a:extLst>
                <a:ext uri="{FF2B5EF4-FFF2-40B4-BE49-F238E27FC236}">
                  <a16:creationId xmlns:a16="http://schemas.microsoft.com/office/drawing/2014/main" id="{1C26DEF2-98C3-336B-73FC-AA3404F82CEB}"/>
                </a:ext>
              </a:extLst>
            </p:cNvPr>
            <p:cNvSpPr/>
            <p:nvPr/>
          </p:nvSpPr>
          <p:spPr>
            <a:xfrm>
              <a:off x="631203" y="1570729"/>
              <a:ext cx="3736291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4" name="Google Shape;480;p55">
              <a:extLst>
                <a:ext uri="{FF2B5EF4-FFF2-40B4-BE49-F238E27FC236}">
                  <a16:creationId xmlns:a16="http://schemas.microsoft.com/office/drawing/2014/main" id="{376E8F93-3224-C9DC-DD13-32EC07601B1C}"/>
                </a:ext>
              </a:extLst>
            </p:cNvPr>
            <p:cNvSpPr/>
            <p:nvPr/>
          </p:nvSpPr>
          <p:spPr>
            <a:xfrm>
              <a:off x="4682564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5" name="Google Shape;481;p55">
              <a:extLst>
                <a:ext uri="{FF2B5EF4-FFF2-40B4-BE49-F238E27FC236}">
                  <a16:creationId xmlns:a16="http://schemas.microsoft.com/office/drawing/2014/main" id="{A9C7C179-9AED-02E3-3674-CE513840298E}"/>
                </a:ext>
              </a:extLst>
            </p:cNvPr>
            <p:cNvSpPr/>
            <p:nvPr/>
          </p:nvSpPr>
          <p:spPr>
            <a:xfrm>
              <a:off x="8108697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6" name="Google Shape;482;p55">
              <a:extLst>
                <a:ext uri="{FF2B5EF4-FFF2-40B4-BE49-F238E27FC236}">
                  <a16:creationId xmlns:a16="http://schemas.microsoft.com/office/drawing/2014/main" id="{71C73BB7-E677-41B2-3D83-A379DECAB52A}"/>
                </a:ext>
              </a:extLst>
            </p:cNvPr>
            <p:cNvSpPr txBox="1"/>
            <p:nvPr/>
          </p:nvSpPr>
          <p:spPr>
            <a:xfrm>
              <a:off x="631203" y="1570776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层级</a:t>
              </a:r>
              <a:endParaRPr sz="1100"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" name="Google Shape;483;p55">
              <a:extLst>
                <a:ext uri="{FF2B5EF4-FFF2-40B4-BE49-F238E27FC236}">
                  <a16:creationId xmlns:a16="http://schemas.microsoft.com/office/drawing/2014/main" id="{F2AC0180-68BF-8B9E-13A1-DA31C7620590}"/>
                </a:ext>
              </a:extLst>
            </p:cNvPr>
            <p:cNvSpPr txBox="1"/>
            <p:nvPr/>
          </p:nvSpPr>
          <p:spPr>
            <a:xfrm>
              <a:off x="4682564" y="1570716"/>
              <a:ext cx="3078900" cy="561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团队利润</a:t>
              </a:r>
              <a:endParaRPr sz="1100"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6" name="Google Shape;484;p55">
              <a:extLst>
                <a:ext uri="{FF2B5EF4-FFF2-40B4-BE49-F238E27FC236}">
                  <a16:creationId xmlns:a16="http://schemas.microsoft.com/office/drawing/2014/main" id="{AB11C684-F059-461F-66EF-BBAA57DC53F7}"/>
                </a:ext>
              </a:extLst>
            </p:cNvPr>
            <p:cNvSpPr txBox="1"/>
            <p:nvPr/>
          </p:nvSpPr>
          <p:spPr>
            <a:xfrm>
              <a:off x="8106491" y="15606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顾问数量</a:t>
              </a:r>
              <a:endParaRPr sz="1100" b="1" dirty="0">
                <a:solidFill>
                  <a:srgbClr val="FFFFFF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7" name="Google Shape;486;p55">
              <a:extLst>
                <a:ext uri="{FF2B5EF4-FFF2-40B4-BE49-F238E27FC236}">
                  <a16:creationId xmlns:a16="http://schemas.microsoft.com/office/drawing/2014/main" id="{4669327B-BF14-25A5-4314-A89628547DD5}"/>
                </a:ext>
              </a:extLst>
            </p:cNvPr>
            <p:cNvSpPr/>
            <p:nvPr/>
          </p:nvSpPr>
          <p:spPr>
            <a:xfrm>
              <a:off x="631203" y="2166545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78" name="Google Shape;487;p55">
              <a:extLst>
                <a:ext uri="{FF2B5EF4-FFF2-40B4-BE49-F238E27FC236}">
                  <a16:creationId xmlns:a16="http://schemas.microsoft.com/office/drawing/2014/main" id="{01C70815-5F88-0A82-8433-A95783677FB3}"/>
                </a:ext>
              </a:extLst>
            </p:cNvPr>
            <p:cNvSpPr/>
            <p:nvPr/>
          </p:nvSpPr>
          <p:spPr>
            <a:xfrm>
              <a:off x="4682564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79" name="Google Shape;488;p55">
              <a:extLst>
                <a:ext uri="{FF2B5EF4-FFF2-40B4-BE49-F238E27FC236}">
                  <a16:creationId xmlns:a16="http://schemas.microsoft.com/office/drawing/2014/main" id="{7D00F599-0AF5-EDBD-616F-48423D45707F}"/>
                </a:ext>
              </a:extLst>
            </p:cNvPr>
            <p:cNvSpPr/>
            <p:nvPr/>
          </p:nvSpPr>
          <p:spPr>
            <a:xfrm>
              <a:off x="8108697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0" name="Google Shape;489;p55">
              <a:extLst>
                <a:ext uri="{FF2B5EF4-FFF2-40B4-BE49-F238E27FC236}">
                  <a16:creationId xmlns:a16="http://schemas.microsoft.com/office/drawing/2014/main" id="{F7740CF6-8733-1F61-B66A-B15993EEFB04}"/>
                </a:ext>
              </a:extLst>
            </p:cNvPr>
            <p:cNvSpPr txBox="1"/>
            <p:nvPr/>
          </p:nvSpPr>
          <p:spPr>
            <a:xfrm>
              <a:off x="631203" y="2166539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第一层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1" name="Google Shape;490;p55">
              <a:extLst>
                <a:ext uri="{FF2B5EF4-FFF2-40B4-BE49-F238E27FC236}">
                  <a16:creationId xmlns:a16="http://schemas.microsoft.com/office/drawing/2014/main" id="{CBDD9266-05D6-1523-4D60-8AB73FDE02AB}"/>
                </a:ext>
              </a:extLst>
            </p:cNvPr>
            <p:cNvSpPr txBox="1"/>
            <p:nvPr/>
          </p:nvSpPr>
          <p:spPr>
            <a:xfrm>
              <a:off x="4682564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10% TR = $2,000</a:t>
              </a:r>
            </a:p>
          </p:txBody>
        </p:sp>
        <p:sp>
          <p:nvSpPr>
            <p:cNvPr id="82" name="Google Shape;491;p55">
              <a:extLst>
                <a:ext uri="{FF2B5EF4-FFF2-40B4-BE49-F238E27FC236}">
                  <a16:creationId xmlns:a16="http://schemas.microsoft.com/office/drawing/2014/main" id="{B967D049-A99B-03BC-4F03-1EC3CF053A80}"/>
                </a:ext>
              </a:extLst>
            </p:cNvPr>
            <p:cNvSpPr txBox="1"/>
            <p:nvPr/>
          </p:nvSpPr>
          <p:spPr>
            <a:xfrm>
              <a:off x="8106491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3" name="Google Shape;493;p55">
              <a:extLst>
                <a:ext uri="{FF2B5EF4-FFF2-40B4-BE49-F238E27FC236}">
                  <a16:creationId xmlns:a16="http://schemas.microsoft.com/office/drawing/2014/main" id="{97876BF6-328F-53AC-9E01-F712710F1AF8}"/>
                </a:ext>
              </a:extLst>
            </p:cNvPr>
            <p:cNvSpPr/>
            <p:nvPr/>
          </p:nvSpPr>
          <p:spPr>
            <a:xfrm>
              <a:off x="631203" y="2762360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4" name="Google Shape;494;p55">
              <a:extLst>
                <a:ext uri="{FF2B5EF4-FFF2-40B4-BE49-F238E27FC236}">
                  <a16:creationId xmlns:a16="http://schemas.microsoft.com/office/drawing/2014/main" id="{EAF0FD8C-327E-9877-529C-18FD9D2F6774}"/>
                </a:ext>
              </a:extLst>
            </p:cNvPr>
            <p:cNvSpPr/>
            <p:nvPr/>
          </p:nvSpPr>
          <p:spPr>
            <a:xfrm>
              <a:off x="4682564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5" name="Google Shape;495;p55">
              <a:extLst>
                <a:ext uri="{FF2B5EF4-FFF2-40B4-BE49-F238E27FC236}">
                  <a16:creationId xmlns:a16="http://schemas.microsoft.com/office/drawing/2014/main" id="{EC844AC4-DBE6-6560-7E29-D63B94199EB0}"/>
                </a:ext>
              </a:extLst>
            </p:cNvPr>
            <p:cNvSpPr/>
            <p:nvPr/>
          </p:nvSpPr>
          <p:spPr>
            <a:xfrm>
              <a:off x="8108697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6" name="Google Shape;496;p55">
              <a:extLst>
                <a:ext uri="{FF2B5EF4-FFF2-40B4-BE49-F238E27FC236}">
                  <a16:creationId xmlns:a16="http://schemas.microsoft.com/office/drawing/2014/main" id="{258A9F15-310E-EEEB-B8CD-A29271F12F68}"/>
                </a:ext>
              </a:extLst>
            </p:cNvPr>
            <p:cNvSpPr txBox="1"/>
            <p:nvPr/>
          </p:nvSpPr>
          <p:spPr>
            <a:xfrm>
              <a:off x="631203" y="276236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第二层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7" name="Google Shape;497;p55">
              <a:extLst>
                <a:ext uri="{FF2B5EF4-FFF2-40B4-BE49-F238E27FC236}">
                  <a16:creationId xmlns:a16="http://schemas.microsoft.com/office/drawing/2014/main" id="{02AEDCC4-73BE-7ABB-ACF7-2486958ACA6C}"/>
                </a:ext>
              </a:extLst>
            </p:cNvPr>
            <p:cNvSpPr txBox="1"/>
            <p:nvPr/>
          </p:nvSpPr>
          <p:spPr>
            <a:xfrm>
              <a:off x="4682564" y="272840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5% TR = $1,000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8" name="Google Shape;498;p55">
              <a:extLst>
                <a:ext uri="{FF2B5EF4-FFF2-40B4-BE49-F238E27FC236}">
                  <a16:creationId xmlns:a16="http://schemas.microsoft.com/office/drawing/2014/main" id="{F184192B-B9D7-9BEF-D131-9B48AB56F66F}"/>
                </a:ext>
              </a:extLst>
            </p:cNvPr>
            <p:cNvSpPr txBox="1"/>
            <p:nvPr/>
          </p:nvSpPr>
          <p:spPr>
            <a:xfrm>
              <a:off x="8106491" y="2718120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9" name="Google Shape;500;p55">
              <a:extLst>
                <a:ext uri="{FF2B5EF4-FFF2-40B4-BE49-F238E27FC236}">
                  <a16:creationId xmlns:a16="http://schemas.microsoft.com/office/drawing/2014/main" id="{44CA3DF7-B491-C0BE-A2FC-FF01520CF085}"/>
                </a:ext>
              </a:extLst>
            </p:cNvPr>
            <p:cNvSpPr/>
            <p:nvPr/>
          </p:nvSpPr>
          <p:spPr>
            <a:xfrm>
              <a:off x="631203" y="3358177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0" name="Google Shape;501;p55">
              <a:extLst>
                <a:ext uri="{FF2B5EF4-FFF2-40B4-BE49-F238E27FC236}">
                  <a16:creationId xmlns:a16="http://schemas.microsoft.com/office/drawing/2014/main" id="{AB43C390-B7AF-636E-40AB-DB28AB1CFF5A}"/>
                </a:ext>
              </a:extLst>
            </p:cNvPr>
            <p:cNvSpPr/>
            <p:nvPr/>
          </p:nvSpPr>
          <p:spPr>
            <a:xfrm>
              <a:off x="4682564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1" name="Google Shape;502;p55">
              <a:extLst>
                <a:ext uri="{FF2B5EF4-FFF2-40B4-BE49-F238E27FC236}">
                  <a16:creationId xmlns:a16="http://schemas.microsoft.com/office/drawing/2014/main" id="{ADF71986-591F-C533-B01B-4EFFDED6C297}"/>
                </a:ext>
              </a:extLst>
            </p:cNvPr>
            <p:cNvSpPr/>
            <p:nvPr/>
          </p:nvSpPr>
          <p:spPr>
            <a:xfrm>
              <a:off x="8108697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2" name="Google Shape;503;p55">
              <a:extLst>
                <a:ext uri="{FF2B5EF4-FFF2-40B4-BE49-F238E27FC236}">
                  <a16:creationId xmlns:a16="http://schemas.microsoft.com/office/drawing/2014/main" id="{15A45702-14BE-F1C5-F902-6C8863116E67}"/>
                </a:ext>
              </a:extLst>
            </p:cNvPr>
            <p:cNvSpPr txBox="1"/>
            <p:nvPr/>
          </p:nvSpPr>
          <p:spPr>
            <a:xfrm>
              <a:off x="631203" y="3358171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第三层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3" name="Google Shape;504;p55">
              <a:extLst>
                <a:ext uri="{FF2B5EF4-FFF2-40B4-BE49-F238E27FC236}">
                  <a16:creationId xmlns:a16="http://schemas.microsoft.com/office/drawing/2014/main" id="{4D4661F7-B5B0-EDD6-AD5B-039D4406C23F}"/>
                </a:ext>
              </a:extLst>
            </p:cNvPr>
            <p:cNvSpPr txBox="1"/>
            <p:nvPr/>
          </p:nvSpPr>
          <p:spPr>
            <a:xfrm>
              <a:off x="4682564" y="33412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3% TR = $600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4" name="Google Shape;505;p55">
              <a:extLst>
                <a:ext uri="{FF2B5EF4-FFF2-40B4-BE49-F238E27FC236}">
                  <a16:creationId xmlns:a16="http://schemas.microsoft.com/office/drawing/2014/main" id="{D127F9E4-BDBE-DC02-E663-A63BFF48387A}"/>
                </a:ext>
              </a:extLst>
            </p:cNvPr>
            <p:cNvSpPr txBox="1"/>
            <p:nvPr/>
          </p:nvSpPr>
          <p:spPr>
            <a:xfrm>
              <a:off x="8106491" y="334119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5" name="Google Shape;507;p55">
              <a:extLst>
                <a:ext uri="{FF2B5EF4-FFF2-40B4-BE49-F238E27FC236}">
                  <a16:creationId xmlns:a16="http://schemas.microsoft.com/office/drawing/2014/main" id="{B98A61C5-EA4C-5641-4560-5B3764D759DB}"/>
                </a:ext>
              </a:extLst>
            </p:cNvPr>
            <p:cNvSpPr/>
            <p:nvPr/>
          </p:nvSpPr>
          <p:spPr>
            <a:xfrm>
              <a:off x="631203" y="3953992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6" name="Google Shape;508;p55">
              <a:extLst>
                <a:ext uri="{FF2B5EF4-FFF2-40B4-BE49-F238E27FC236}">
                  <a16:creationId xmlns:a16="http://schemas.microsoft.com/office/drawing/2014/main" id="{CEC41C6A-89E8-0CF4-533C-B27C9E63D565}"/>
                </a:ext>
              </a:extLst>
            </p:cNvPr>
            <p:cNvSpPr/>
            <p:nvPr/>
          </p:nvSpPr>
          <p:spPr>
            <a:xfrm>
              <a:off x="4682564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7" name="Google Shape;509;p55">
              <a:extLst>
                <a:ext uri="{FF2B5EF4-FFF2-40B4-BE49-F238E27FC236}">
                  <a16:creationId xmlns:a16="http://schemas.microsoft.com/office/drawing/2014/main" id="{752832F8-E34E-8C03-CB43-8E56334671CB}"/>
                </a:ext>
              </a:extLst>
            </p:cNvPr>
            <p:cNvSpPr/>
            <p:nvPr/>
          </p:nvSpPr>
          <p:spPr>
            <a:xfrm>
              <a:off x="8108697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8" name="Google Shape;510;p55">
              <a:extLst>
                <a:ext uri="{FF2B5EF4-FFF2-40B4-BE49-F238E27FC236}">
                  <a16:creationId xmlns:a16="http://schemas.microsoft.com/office/drawing/2014/main" id="{F3A808E1-9A69-0A11-1E8A-735B7DBB49C6}"/>
                </a:ext>
              </a:extLst>
            </p:cNvPr>
            <p:cNvSpPr txBox="1"/>
            <p:nvPr/>
          </p:nvSpPr>
          <p:spPr>
            <a:xfrm>
              <a:off x="631203" y="3953980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第四层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9" name="Google Shape;511;p55">
              <a:extLst>
                <a:ext uri="{FF2B5EF4-FFF2-40B4-BE49-F238E27FC236}">
                  <a16:creationId xmlns:a16="http://schemas.microsoft.com/office/drawing/2014/main" id="{DAE0EBD7-8CF2-EE42-1048-EC532D60A0EC}"/>
                </a:ext>
              </a:extLst>
            </p:cNvPr>
            <p:cNvSpPr txBox="1"/>
            <p:nvPr/>
          </p:nvSpPr>
          <p:spPr>
            <a:xfrm>
              <a:off x="4682564" y="3920055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TR = $300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0" name="Google Shape;512;p55">
              <a:extLst>
                <a:ext uri="{FF2B5EF4-FFF2-40B4-BE49-F238E27FC236}">
                  <a16:creationId xmlns:a16="http://schemas.microsoft.com/office/drawing/2014/main" id="{FFA58E00-5370-ED3A-50BE-588EF186D422}"/>
                </a:ext>
              </a:extLst>
            </p:cNvPr>
            <p:cNvSpPr txBox="1"/>
            <p:nvPr/>
          </p:nvSpPr>
          <p:spPr>
            <a:xfrm>
              <a:off x="8106491" y="3911137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8+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1" name="Google Shape;514;p55">
              <a:extLst>
                <a:ext uri="{FF2B5EF4-FFF2-40B4-BE49-F238E27FC236}">
                  <a16:creationId xmlns:a16="http://schemas.microsoft.com/office/drawing/2014/main" id="{EB89A0D1-C1F9-407B-190B-4613BED903D1}"/>
                </a:ext>
              </a:extLst>
            </p:cNvPr>
            <p:cNvSpPr/>
            <p:nvPr/>
          </p:nvSpPr>
          <p:spPr>
            <a:xfrm>
              <a:off x="631203" y="4549808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2" name="Google Shape;515;p55">
              <a:extLst>
                <a:ext uri="{FF2B5EF4-FFF2-40B4-BE49-F238E27FC236}">
                  <a16:creationId xmlns:a16="http://schemas.microsoft.com/office/drawing/2014/main" id="{D84A67FD-AD5A-44BE-7BC0-EE4EF09BBCA5}"/>
                </a:ext>
              </a:extLst>
            </p:cNvPr>
            <p:cNvSpPr/>
            <p:nvPr/>
          </p:nvSpPr>
          <p:spPr>
            <a:xfrm>
              <a:off x="4682564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3" name="Google Shape;516;p55">
              <a:extLst>
                <a:ext uri="{FF2B5EF4-FFF2-40B4-BE49-F238E27FC236}">
                  <a16:creationId xmlns:a16="http://schemas.microsoft.com/office/drawing/2014/main" id="{B39FBDB8-BA73-8305-9107-64636FF2F568}"/>
                </a:ext>
              </a:extLst>
            </p:cNvPr>
            <p:cNvSpPr/>
            <p:nvPr/>
          </p:nvSpPr>
          <p:spPr>
            <a:xfrm>
              <a:off x="8108697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4" name="Google Shape;517;p55">
              <a:extLst>
                <a:ext uri="{FF2B5EF4-FFF2-40B4-BE49-F238E27FC236}">
                  <a16:creationId xmlns:a16="http://schemas.microsoft.com/office/drawing/2014/main" id="{22647DB1-E47A-2BB7-773C-BF92F2239A2A}"/>
                </a:ext>
              </a:extLst>
            </p:cNvPr>
            <p:cNvSpPr txBox="1"/>
            <p:nvPr/>
          </p:nvSpPr>
          <p:spPr>
            <a:xfrm>
              <a:off x="631203" y="454980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第五层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5" name="Google Shape;518;p55">
              <a:extLst>
                <a:ext uri="{FF2B5EF4-FFF2-40B4-BE49-F238E27FC236}">
                  <a16:creationId xmlns:a16="http://schemas.microsoft.com/office/drawing/2014/main" id="{275B4B6A-93E4-AF3C-2AEF-F99110808701}"/>
                </a:ext>
              </a:extLst>
            </p:cNvPr>
            <p:cNvSpPr txBox="1"/>
            <p:nvPr/>
          </p:nvSpPr>
          <p:spPr>
            <a:xfrm>
              <a:off x="4682564" y="454984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TR = $300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6" name="Google Shape;519;p55">
              <a:extLst>
                <a:ext uri="{FF2B5EF4-FFF2-40B4-BE49-F238E27FC236}">
                  <a16:creationId xmlns:a16="http://schemas.microsoft.com/office/drawing/2014/main" id="{2A78FC9D-8BFC-952D-3B5C-E2DA19B2A333}"/>
                </a:ext>
              </a:extLst>
            </p:cNvPr>
            <p:cNvSpPr txBox="1"/>
            <p:nvPr/>
          </p:nvSpPr>
          <p:spPr>
            <a:xfrm>
              <a:off x="8106491" y="4532029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12+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7" name="Google Shape;521;p55">
              <a:extLst>
                <a:ext uri="{FF2B5EF4-FFF2-40B4-BE49-F238E27FC236}">
                  <a16:creationId xmlns:a16="http://schemas.microsoft.com/office/drawing/2014/main" id="{5AEC5901-77E5-87F1-8C06-FD2B4256DC61}"/>
                </a:ext>
              </a:extLst>
            </p:cNvPr>
            <p:cNvSpPr/>
            <p:nvPr/>
          </p:nvSpPr>
          <p:spPr>
            <a:xfrm>
              <a:off x="631203" y="5145623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8" name="Google Shape;522;p55">
              <a:extLst>
                <a:ext uri="{FF2B5EF4-FFF2-40B4-BE49-F238E27FC236}">
                  <a16:creationId xmlns:a16="http://schemas.microsoft.com/office/drawing/2014/main" id="{1CC675F7-AFAA-A276-2C78-7E41C4F99E51}"/>
                </a:ext>
              </a:extLst>
            </p:cNvPr>
            <p:cNvSpPr/>
            <p:nvPr/>
          </p:nvSpPr>
          <p:spPr>
            <a:xfrm>
              <a:off x="4682564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9" name="Google Shape;523;p55">
              <a:extLst>
                <a:ext uri="{FF2B5EF4-FFF2-40B4-BE49-F238E27FC236}">
                  <a16:creationId xmlns:a16="http://schemas.microsoft.com/office/drawing/2014/main" id="{46738878-3F9A-71FA-8984-A8AE8BC9EC29}"/>
                </a:ext>
              </a:extLst>
            </p:cNvPr>
            <p:cNvSpPr/>
            <p:nvPr/>
          </p:nvSpPr>
          <p:spPr>
            <a:xfrm>
              <a:off x="8108697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10" name="Google Shape;524;p55">
              <a:extLst>
                <a:ext uri="{FF2B5EF4-FFF2-40B4-BE49-F238E27FC236}">
                  <a16:creationId xmlns:a16="http://schemas.microsoft.com/office/drawing/2014/main" id="{4E8EDF13-A8AA-3A87-A20A-331CFC88697F}"/>
                </a:ext>
              </a:extLst>
            </p:cNvPr>
            <p:cNvSpPr txBox="1"/>
            <p:nvPr/>
          </p:nvSpPr>
          <p:spPr>
            <a:xfrm>
              <a:off x="631203" y="5145627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第六层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11" name="Google Shape;525;p55">
              <a:extLst>
                <a:ext uri="{FF2B5EF4-FFF2-40B4-BE49-F238E27FC236}">
                  <a16:creationId xmlns:a16="http://schemas.microsoft.com/office/drawing/2014/main" id="{3AFA9111-D90F-1E96-A322-BDCAC3D50144}"/>
                </a:ext>
              </a:extLst>
            </p:cNvPr>
            <p:cNvSpPr txBox="1"/>
            <p:nvPr/>
          </p:nvSpPr>
          <p:spPr>
            <a:xfrm>
              <a:off x="4682564" y="511170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1% TR = $200</a:t>
              </a:r>
            </a:p>
          </p:txBody>
        </p:sp>
        <p:sp>
          <p:nvSpPr>
            <p:cNvPr id="112" name="Google Shape;526;p55">
              <a:extLst>
                <a:ext uri="{FF2B5EF4-FFF2-40B4-BE49-F238E27FC236}">
                  <a16:creationId xmlns:a16="http://schemas.microsoft.com/office/drawing/2014/main" id="{6363E1C8-C589-43FA-C908-D7DB31764C6A}"/>
                </a:ext>
              </a:extLst>
            </p:cNvPr>
            <p:cNvSpPr txBox="1"/>
            <p:nvPr/>
          </p:nvSpPr>
          <p:spPr>
            <a:xfrm>
              <a:off x="8106491" y="510416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15+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472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9107284-202D-4D0E-8C05-3F4364EACD94}"/>
              </a:ext>
            </a:extLst>
          </p:cNvPr>
          <p:cNvGrpSpPr/>
          <p:nvPr/>
        </p:nvGrpSpPr>
        <p:grpSpPr>
          <a:xfrm>
            <a:off x="6227387" y="274864"/>
            <a:ext cx="5519802" cy="2092881"/>
            <a:chOff x="4244163" y="1645867"/>
            <a:chExt cx="5519802" cy="20928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40AC5C-3116-4DAB-8F52-1A9CEB2927AF}"/>
                </a:ext>
              </a:extLst>
            </p:cNvPr>
            <p:cNvSpPr txBox="1"/>
            <p:nvPr/>
          </p:nvSpPr>
          <p:spPr>
            <a:xfrm>
              <a:off x="5792960" y="1923770"/>
              <a:ext cx="373686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0" dirty="0" err="1">
                  <a:solidFill>
                    <a:srgbClr val="F3932D"/>
                  </a:solidFill>
                  <a:latin typeface="Arial Black" panose="020B0A04020102020204" pitchFamily="34" charset="0"/>
                  <a:cs typeface="Arial" pitchFamily="34" charset="0"/>
                </a:rPr>
                <a:t>evenue</a:t>
              </a:r>
              <a:endPara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srgbClr val="F3932D"/>
                </a:solidFill>
                <a:effectLst/>
                <a:uLnTx/>
                <a:uFillTx/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0F9E51-7DC1-4198-9CE2-B5836B6D0D35}"/>
                </a:ext>
              </a:extLst>
            </p:cNvPr>
            <p:cNvSpPr txBox="1"/>
            <p:nvPr/>
          </p:nvSpPr>
          <p:spPr>
            <a:xfrm>
              <a:off x="5792959" y="2681288"/>
              <a:ext cx="3971006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/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案例</a:t>
              </a: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2B662"/>
                  </a:solidFill>
                  <a:effectLst/>
                  <a:uLnTx/>
                  <a:uFillTx/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3</a:t>
              </a:r>
              <a:endPara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F2B662"/>
                </a:solidFill>
                <a:effectLst/>
                <a:uLnTx/>
                <a:uFillTx/>
                <a:latin typeface="Adobe Song Std L" panose="02020300000000000000" pitchFamily="18" charset="-128"/>
                <a:ea typeface="Adobe Song Std L" panose="02020300000000000000" pitchFamily="18" charset="-128"/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B74E03-AD7B-4F32-89FC-06147EFF4CED}"/>
                </a:ext>
              </a:extLst>
            </p:cNvPr>
            <p:cNvSpPr txBox="1"/>
            <p:nvPr/>
          </p:nvSpPr>
          <p:spPr>
            <a:xfrm>
              <a:off x="4244163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3000" b="1" dirty="0">
                  <a:solidFill>
                    <a:srgbClr val="F3932D"/>
                  </a:solidFill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R</a:t>
              </a:r>
              <a:endParaRPr kumimoji="0" lang="en-US" altLang="ko-KR" sz="13000" b="1" i="0" u="none" strike="noStrike" kern="1200" cap="none" spc="0" normalizeH="0" baseline="0" noProof="0" dirty="0">
                <a:ln>
                  <a:noFill/>
                </a:ln>
                <a:solidFill>
                  <a:srgbClr val="F3932D"/>
                </a:solidFill>
                <a:effectLst/>
                <a:uLnTx/>
                <a:uFillTx/>
                <a:latin typeface="Arial Black" panose="020B0A04020102020204" pitchFamily="34" charset="0"/>
                <a:ea typeface="Adobe Song Std L" panose="02020300000000000000" pitchFamily="18" charset="-128"/>
                <a:cs typeface="Arial" pitchFamily="34" charset="0"/>
              </a:endParaRPr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0156838-10FD-49FF-98A6-9F097E0AB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68775"/>
              </p:ext>
            </p:extLst>
          </p:nvPr>
        </p:nvGraphicFramePr>
        <p:xfrm>
          <a:off x="292658" y="1466009"/>
          <a:ext cx="5829313" cy="5555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88AF849-CE67-1410-9BF3-902440A77617}"/>
              </a:ext>
            </a:extLst>
          </p:cNvPr>
          <p:cNvSpPr txBox="1"/>
          <p:nvPr/>
        </p:nvSpPr>
        <p:spPr>
          <a:xfrm>
            <a:off x="6008743" y="2334231"/>
            <a:ext cx="6097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Cindy</a:t>
            </a:r>
            <a:r>
              <a:rPr lang="en-US" dirty="0">
                <a:solidFill>
                  <a:schemeClr val="bg1"/>
                </a:solidFill>
              </a:rPr>
              <a:t>：</a:t>
            </a:r>
            <a:r>
              <a:rPr lang="zh-CN" altLang="en-US" dirty="0">
                <a:solidFill>
                  <a:schemeClr val="bg1"/>
                </a:solidFill>
              </a:rPr>
              <a:t>成交了一笔 </a:t>
            </a:r>
            <a:r>
              <a:rPr lang="en-US" altLang="zh-CN" dirty="0">
                <a:solidFill>
                  <a:schemeClr val="bg1"/>
                </a:solidFill>
              </a:rPr>
              <a:t>$100</a:t>
            </a:r>
            <a:r>
              <a:rPr lang="zh-CN" altLang="en-US" dirty="0">
                <a:solidFill>
                  <a:schemeClr val="bg1"/>
                </a:solidFill>
              </a:rPr>
              <a:t>万的贷款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Brian</a:t>
            </a:r>
            <a:r>
              <a:rPr lang="en-US" dirty="0">
                <a:solidFill>
                  <a:schemeClr val="bg1"/>
                </a:solidFill>
              </a:rPr>
              <a:t>：</a:t>
            </a:r>
            <a:r>
              <a:rPr lang="zh-CN" altLang="en-US" dirty="0">
                <a:solidFill>
                  <a:schemeClr val="bg1"/>
                </a:solidFill>
              </a:rPr>
              <a:t>她的上线，但</a:t>
            </a:r>
            <a:r>
              <a:rPr lang="zh-CN" altLang="en-US" b="1" dirty="0">
                <a:solidFill>
                  <a:schemeClr val="bg1"/>
                </a:solidFill>
              </a:rPr>
              <a:t>没有完成任何有效贷款（</a:t>
            </a:r>
            <a:r>
              <a:rPr lang="en-US" b="1" dirty="0">
                <a:solidFill>
                  <a:schemeClr val="bg1"/>
                </a:solidFill>
              </a:rPr>
              <a:t>no WL）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Aaron</a:t>
            </a:r>
            <a:r>
              <a:rPr lang="en-US" dirty="0" err="1">
                <a:solidFill>
                  <a:schemeClr val="bg1"/>
                </a:solidFill>
              </a:rPr>
              <a:t>：Brian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的上线，有 </a:t>
            </a:r>
            <a:r>
              <a:rPr lang="en-US" altLang="zh-CN" b="1" dirty="0">
                <a:solidFill>
                  <a:schemeClr val="bg1"/>
                </a:solidFill>
              </a:rPr>
              <a:t>1 </a:t>
            </a:r>
            <a:r>
              <a:rPr lang="zh-CN" altLang="en-US" b="1" dirty="0">
                <a:solidFill>
                  <a:schemeClr val="bg1"/>
                </a:solidFill>
              </a:rPr>
              <a:t>笔 </a:t>
            </a:r>
            <a:r>
              <a:rPr lang="en-US" b="1" dirty="0">
                <a:solidFill>
                  <a:schemeClr val="bg1"/>
                </a:solidFill>
              </a:rPr>
              <a:t>WL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US" altLang="zh-CN" b="1" dirty="0">
                <a:solidFill>
                  <a:schemeClr val="bg1"/>
                </a:solidFill>
              </a:rPr>
              <a:t>5 </a:t>
            </a:r>
            <a:r>
              <a:rPr lang="zh-CN" altLang="en-US" b="1" dirty="0">
                <a:solidFill>
                  <a:schemeClr val="bg1"/>
                </a:solidFill>
              </a:rPr>
              <a:t>位 </a:t>
            </a:r>
            <a:r>
              <a:rPr lang="en-US" b="1" dirty="0">
                <a:solidFill>
                  <a:schemeClr val="bg1"/>
                </a:solidFill>
              </a:rPr>
              <a:t>PR（</a:t>
            </a:r>
            <a:r>
              <a:rPr lang="zh-CN" altLang="en-US" b="1" dirty="0">
                <a:solidFill>
                  <a:schemeClr val="bg1"/>
                </a:solidFill>
              </a:rPr>
              <a:t>直属成员）</a:t>
            </a:r>
            <a:r>
              <a:rPr lang="zh-CN" altLang="en-US" dirty="0">
                <a:solidFill>
                  <a:schemeClr val="bg1"/>
                </a:solidFill>
              </a:rPr>
              <a:t>，符合 </a:t>
            </a:r>
            <a:r>
              <a:rPr lang="en-US" dirty="0">
                <a:solidFill>
                  <a:schemeClr val="bg1"/>
                </a:solidFill>
              </a:rPr>
              <a:t>override </a:t>
            </a:r>
            <a:r>
              <a:rPr lang="zh-CN" altLang="en-US" dirty="0">
                <a:solidFill>
                  <a:schemeClr val="bg1"/>
                </a:solidFill>
              </a:rPr>
              <a:t>要求</a:t>
            </a:r>
          </a:p>
        </p:txBody>
      </p:sp>
      <p:grpSp>
        <p:nvGrpSpPr>
          <p:cNvPr id="57" name="Google Shape;536;p56">
            <a:extLst>
              <a:ext uri="{FF2B5EF4-FFF2-40B4-BE49-F238E27FC236}">
                <a16:creationId xmlns:a16="http://schemas.microsoft.com/office/drawing/2014/main" id="{CB8F6C17-CFD9-3AE9-28B5-2DA7E39BD0C0}"/>
              </a:ext>
            </a:extLst>
          </p:cNvPr>
          <p:cNvGrpSpPr/>
          <p:nvPr/>
        </p:nvGrpSpPr>
        <p:grpSpPr>
          <a:xfrm>
            <a:off x="6087618" y="3918362"/>
            <a:ext cx="6018589" cy="612622"/>
            <a:chOff x="946362" y="2351475"/>
            <a:chExt cx="7251265" cy="519789"/>
          </a:xfrm>
        </p:grpSpPr>
        <p:sp>
          <p:nvSpPr>
            <p:cNvPr id="58" name="Google Shape;537;p56">
              <a:extLst>
                <a:ext uri="{FF2B5EF4-FFF2-40B4-BE49-F238E27FC236}">
                  <a16:creationId xmlns:a16="http://schemas.microsoft.com/office/drawing/2014/main" id="{EEF32ABF-AC3E-A89F-22BB-2A3F16DA64E0}"/>
                </a:ext>
              </a:extLst>
            </p:cNvPr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59" name="Google Shape;538;p56">
              <a:extLst>
                <a:ext uri="{FF2B5EF4-FFF2-40B4-BE49-F238E27FC236}">
                  <a16:creationId xmlns:a16="http://schemas.microsoft.com/office/drawing/2014/main" id="{983A0E12-C760-982B-9812-A488D0C84D48}"/>
                </a:ext>
              </a:extLst>
            </p:cNvPr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60" name="Google Shape;539;p56">
              <a:extLst>
                <a:ext uri="{FF2B5EF4-FFF2-40B4-BE49-F238E27FC236}">
                  <a16:creationId xmlns:a16="http://schemas.microsoft.com/office/drawing/2014/main" id="{760CF1E7-0AFA-BA61-E8B0-78937B5D72E7}"/>
                </a:ext>
              </a:extLst>
            </p:cNvPr>
            <p:cNvSpPr txBox="1"/>
            <p:nvPr/>
          </p:nvSpPr>
          <p:spPr>
            <a:xfrm>
              <a:off x="1592312" y="2351475"/>
              <a:ext cx="2849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Cindy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1" name="Google Shape;540;p56">
              <a:extLst>
                <a:ext uri="{FF2B5EF4-FFF2-40B4-BE49-F238E27FC236}">
                  <a16:creationId xmlns:a16="http://schemas.microsoft.com/office/drawing/2014/main" id="{48FED4D4-0D5B-64FF-2DCD-FAD296B5297C}"/>
                </a:ext>
              </a:extLst>
            </p:cNvPr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$9,200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62" name="Google Shape;541;p56">
              <a:extLst>
                <a:ext uri="{FF2B5EF4-FFF2-40B4-BE49-F238E27FC236}">
                  <a16:creationId xmlns:a16="http://schemas.microsoft.com/office/drawing/2014/main" id="{D632BFC0-FDD1-4C66-2DB4-25F99E83696D}"/>
                </a:ext>
              </a:extLst>
            </p:cNvPr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63" name="Google Shape;542;p56">
            <a:extLst>
              <a:ext uri="{FF2B5EF4-FFF2-40B4-BE49-F238E27FC236}">
                <a16:creationId xmlns:a16="http://schemas.microsoft.com/office/drawing/2014/main" id="{26774BD4-A685-781A-A373-DFD93385799F}"/>
              </a:ext>
            </a:extLst>
          </p:cNvPr>
          <p:cNvGrpSpPr/>
          <p:nvPr/>
        </p:nvGrpSpPr>
        <p:grpSpPr>
          <a:xfrm>
            <a:off x="6087618" y="4475635"/>
            <a:ext cx="6018589" cy="606034"/>
            <a:chOff x="946362" y="2847326"/>
            <a:chExt cx="7251265" cy="514199"/>
          </a:xfrm>
        </p:grpSpPr>
        <p:sp>
          <p:nvSpPr>
            <p:cNvPr id="64" name="Google Shape;543;p56">
              <a:extLst>
                <a:ext uri="{FF2B5EF4-FFF2-40B4-BE49-F238E27FC236}">
                  <a16:creationId xmlns:a16="http://schemas.microsoft.com/office/drawing/2014/main" id="{301B486F-C77B-522C-E592-06AF41B46B52}"/>
                </a:ext>
              </a:extLst>
            </p:cNvPr>
            <p:cNvSpPr/>
            <p:nvPr/>
          </p:nvSpPr>
          <p:spPr>
            <a:xfrm>
              <a:off x="946362" y="2884250"/>
              <a:ext cx="40482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65" name="Google Shape;544;p56">
              <a:extLst>
                <a:ext uri="{FF2B5EF4-FFF2-40B4-BE49-F238E27FC236}">
                  <a16:creationId xmlns:a16="http://schemas.microsoft.com/office/drawing/2014/main" id="{3D9DE467-12A7-3652-8EBA-FC3A26F69C7D}"/>
                </a:ext>
              </a:extLst>
            </p:cNvPr>
            <p:cNvSpPr/>
            <p:nvPr/>
          </p:nvSpPr>
          <p:spPr>
            <a:xfrm>
              <a:off x="5118727" y="2884257"/>
              <a:ext cx="3078900" cy="456000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66" name="Google Shape;545;p56">
              <a:extLst>
                <a:ext uri="{FF2B5EF4-FFF2-40B4-BE49-F238E27FC236}">
                  <a16:creationId xmlns:a16="http://schemas.microsoft.com/office/drawing/2014/main" id="{5542EF24-CC5D-0FDB-B935-B7C7C84ECD19}"/>
                </a:ext>
              </a:extLst>
            </p:cNvPr>
            <p:cNvSpPr txBox="1"/>
            <p:nvPr/>
          </p:nvSpPr>
          <p:spPr>
            <a:xfrm>
              <a:off x="1592311" y="2848825"/>
              <a:ext cx="3271671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Brian ($2,000x25%)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7" name="Google Shape;546;p56">
              <a:extLst>
                <a:ext uri="{FF2B5EF4-FFF2-40B4-BE49-F238E27FC236}">
                  <a16:creationId xmlns:a16="http://schemas.microsoft.com/office/drawing/2014/main" id="{C14B5A98-6A8A-1979-215B-957450324495}"/>
                </a:ext>
              </a:extLst>
            </p:cNvPr>
            <p:cNvSpPr txBox="1"/>
            <p:nvPr/>
          </p:nvSpPr>
          <p:spPr>
            <a:xfrm>
              <a:off x="5116522" y="2847326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$500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68" name="Google Shape;547;p56">
              <a:extLst>
                <a:ext uri="{FF2B5EF4-FFF2-40B4-BE49-F238E27FC236}">
                  <a16:creationId xmlns:a16="http://schemas.microsoft.com/office/drawing/2014/main" id="{016665EA-71C9-062A-FCB3-503B7CC3A75E}"/>
                </a:ext>
              </a:extLst>
            </p:cNvPr>
            <p:cNvSpPr/>
            <p:nvPr/>
          </p:nvSpPr>
          <p:spPr>
            <a:xfrm>
              <a:off x="4866188" y="2928288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69" name="Google Shape;536;p56">
            <a:extLst>
              <a:ext uri="{FF2B5EF4-FFF2-40B4-BE49-F238E27FC236}">
                <a16:creationId xmlns:a16="http://schemas.microsoft.com/office/drawing/2014/main" id="{CE0668FA-65C1-1C6A-227A-EED852E8B5DB}"/>
              </a:ext>
            </a:extLst>
          </p:cNvPr>
          <p:cNvGrpSpPr/>
          <p:nvPr/>
        </p:nvGrpSpPr>
        <p:grpSpPr>
          <a:xfrm>
            <a:off x="6096000" y="5078195"/>
            <a:ext cx="6018589" cy="612622"/>
            <a:chOff x="946362" y="2351475"/>
            <a:chExt cx="7251265" cy="519789"/>
          </a:xfrm>
        </p:grpSpPr>
        <p:sp>
          <p:nvSpPr>
            <p:cNvPr id="70" name="Google Shape;537;p56">
              <a:extLst>
                <a:ext uri="{FF2B5EF4-FFF2-40B4-BE49-F238E27FC236}">
                  <a16:creationId xmlns:a16="http://schemas.microsoft.com/office/drawing/2014/main" id="{1C98CFCB-7334-1379-3AAD-3BA7C325E707}"/>
                </a:ext>
              </a:extLst>
            </p:cNvPr>
            <p:cNvSpPr/>
            <p:nvPr/>
          </p:nvSpPr>
          <p:spPr>
            <a:xfrm>
              <a:off x="946362" y="2386900"/>
              <a:ext cx="40482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71" name="Google Shape;538;p56">
              <a:extLst>
                <a:ext uri="{FF2B5EF4-FFF2-40B4-BE49-F238E27FC236}">
                  <a16:creationId xmlns:a16="http://schemas.microsoft.com/office/drawing/2014/main" id="{8C71BE53-8B30-C854-F039-2D6964D0C605}"/>
                </a:ext>
              </a:extLst>
            </p:cNvPr>
            <p:cNvSpPr/>
            <p:nvPr/>
          </p:nvSpPr>
          <p:spPr>
            <a:xfrm>
              <a:off x="5118727" y="2386907"/>
              <a:ext cx="3078900" cy="456000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  <p:sp>
          <p:nvSpPr>
            <p:cNvPr id="72" name="Google Shape;539;p56">
              <a:extLst>
                <a:ext uri="{FF2B5EF4-FFF2-40B4-BE49-F238E27FC236}">
                  <a16:creationId xmlns:a16="http://schemas.microsoft.com/office/drawing/2014/main" id="{062CD0FC-15DA-9718-04BE-076015B232E2}"/>
                </a:ext>
              </a:extLst>
            </p:cNvPr>
            <p:cNvSpPr txBox="1"/>
            <p:nvPr/>
          </p:nvSpPr>
          <p:spPr>
            <a:xfrm>
              <a:off x="1592311" y="2351475"/>
              <a:ext cx="3373432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Aaron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1700" b="1" kern="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$1,000 + </a:t>
              </a:r>
              <a:r>
                <a:rPr kumimoji="0" lang="en" sz="1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($</a:t>
              </a:r>
              <a:r>
                <a:rPr lang="en" sz="1700" b="1" kern="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2</a:t>
              </a:r>
              <a:r>
                <a:rPr kumimoji="0" lang="en" sz="1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,000x75%)</a:t>
              </a:r>
              <a:endPara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73" name="Google Shape;540;p56">
              <a:extLst>
                <a:ext uri="{FF2B5EF4-FFF2-40B4-BE49-F238E27FC236}">
                  <a16:creationId xmlns:a16="http://schemas.microsoft.com/office/drawing/2014/main" id="{31ACB361-376D-28B5-E0F2-9610BC35A734}"/>
                </a:ext>
              </a:extLst>
            </p:cNvPr>
            <p:cNvSpPr txBox="1"/>
            <p:nvPr/>
          </p:nvSpPr>
          <p:spPr>
            <a:xfrm>
              <a:off x="5116522" y="2358564"/>
              <a:ext cx="30789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b="1" i="0" u="none" strike="noStrike" kern="0" cap="none" spc="0" normalizeH="0" baseline="0" noProof="0" dirty="0">
                  <a:ln>
                    <a:noFill/>
                  </a:ln>
                  <a:solidFill>
                    <a:srgbClr val="FFC92F"/>
                  </a:solidFill>
                  <a:effectLst/>
                  <a:uLnTx/>
                  <a:uFillTx/>
                  <a:latin typeface="Lucida Sans" panose="020B0602030504020204" pitchFamily="34" charset="0"/>
                  <a:ea typeface="Open Sans ExtraBold"/>
                  <a:cs typeface="Open Sans ExtraBold"/>
                  <a:sym typeface="Open Sans ExtraBold"/>
                </a:rPr>
                <a:t>$2,500</a:t>
              </a:r>
              <a:endParaRPr kumimoji="0" b="1" i="0" u="none" strike="noStrike" kern="0" cap="none" spc="0" normalizeH="0" baseline="0" noProof="0" dirty="0">
                <a:ln>
                  <a:noFill/>
                </a:ln>
                <a:solidFill>
                  <a:srgbClr val="FFC92F"/>
                </a:solidFill>
                <a:effectLst/>
                <a:uLnTx/>
                <a:uFillTx/>
                <a:latin typeface="Lucida Sans" panose="020B0602030504020204" pitchFamily="34" charset="0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74" name="Google Shape;541;p56">
              <a:extLst>
                <a:ext uri="{FF2B5EF4-FFF2-40B4-BE49-F238E27FC236}">
                  <a16:creationId xmlns:a16="http://schemas.microsoft.com/office/drawing/2014/main" id="{ABF62493-D037-73E9-7D6B-A2D1ED574568}"/>
                </a:ext>
              </a:extLst>
            </p:cNvPr>
            <p:cNvSpPr/>
            <p:nvPr/>
          </p:nvSpPr>
          <p:spPr>
            <a:xfrm>
              <a:off x="4866188" y="2489150"/>
              <a:ext cx="385200" cy="304500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325680">
                <a:alpha val="86150"/>
              </a:srgbClr>
            </a:solidFill>
            <a:ln w="9525" cap="flat" cmpd="sng">
              <a:solidFill>
                <a:srgbClr val="FFC92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cs typeface="Arial"/>
                <a:sym typeface="Arial"/>
              </a:endParaRPr>
            </a:p>
          </p:txBody>
        </p:sp>
      </p:grpSp>
      <p:pic>
        <p:nvPicPr>
          <p:cNvPr id="52" name="Picture 5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48863E-3E2C-5EC3-0E17-D5DE6C25A4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DA418A06-C122-81E7-7ED0-991FB0FFF988}"/>
              </a:ext>
            </a:extLst>
          </p:cNvPr>
          <p:cNvGrpSpPr/>
          <p:nvPr/>
        </p:nvGrpSpPr>
        <p:grpSpPr>
          <a:xfrm>
            <a:off x="321333" y="274864"/>
            <a:ext cx="5173613" cy="2775985"/>
            <a:chOff x="631203" y="1560613"/>
            <a:chExt cx="10556394" cy="4165302"/>
          </a:xfrm>
        </p:grpSpPr>
        <p:sp>
          <p:nvSpPr>
            <p:cNvPr id="53" name="Google Shape;479;p55">
              <a:extLst>
                <a:ext uri="{FF2B5EF4-FFF2-40B4-BE49-F238E27FC236}">
                  <a16:creationId xmlns:a16="http://schemas.microsoft.com/office/drawing/2014/main" id="{8B55C7A4-96EA-A3F4-A967-3A2920E5BA95}"/>
                </a:ext>
              </a:extLst>
            </p:cNvPr>
            <p:cNvSpPr/>
            <p:nvPr/>
          </p:nvSpPr>
          <p:spPr>
            <a:xfrm>
              <a:off x="631203" y="1570729"/>
              <a:ext cx="3736291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4" name="Google Shape;480;p55">
              <a:extLst>
                <a:ext uri="{FF2B5EF4-FFF2-40B4-BE49-F238E27FC236}">
                  <a16:creationId xmlns:a16="http://schemas.microsoft.com/office/drawing/2014/main" id="{19B2C2ED-B489-4E22-9760-FD6614AF4542}"/>
                </a:ext>
              </a:extLst>
            </p:cNvPr>
            <p:cNvSpPr/>
            <p:nvPr/>
          </p:nvSpPr>
          <p:spPr>
            <a:xfrm>
              <a:off x="4682564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5" name="Google Shape;481;p55">
              <a:extLst>
                <a:ext uri="{FF2B5EF4-FFF2-40B4-BE49-F238E27FC236}">
                  <a16:creationId xmlns:a16="http://schemas.microsoft.com/office/drawing/2014/main" id="{6C6F13DF-C8AA-AFF4-9C33-68633BB34A77}"/>
                </a:ext>
              </a:extLst>
            </p:cNvPr>
            <p:cNvSpPr/>
            <p:nvPr/>
          </p:nvSpPr>
          <p:spPr>
            <a:xfrm>
              <a:off x="8108697" y="1570716"/>
              <a:ext cx="3078900" cy="546286"/>
            </a:xfrm>
            <a:prstGeom prst="rect">
              <a:avLst/>
            </a:prstGeom>
            <a:solidFill>
              <a:srgbClr val="FFC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56" name="Google Shape;482;p55">
              <a:extLst>
                <a:ext uri="{FF2B5EF4-FFF2-40B4-BE49-F238E27FC236}">
                  <a16:creationId xmlns:a16="http://schemas.microsoft.com/office/drawing/2014/main" id="{BF0A5D4A-4E7E-3D47-87AF-5E9635CCADC9}"/>
                </a:ext>
              </a:extLst>
            </p:cNvPr>
            <p:cNvSpPr txBox="1"/>
            <p:nvPr/>
          </p:nvSpPr>
          <p:spPr>
            <a:xfrm>
              <a:off x="631203" y="1570776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层级</a:t>
              </a:r>
              <a:endParaRPr sz="1100"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" name="Google Shape;483;p55">
              <a:extLst>
                <a:ext uri="{FF2B5EF4-FFF2-40B4-BE49-F238E27FC236}">
                  <a16:creationId xmlns:a16="http://schemas.microsoft.com/office/drawing/2014/main" id="{5E497E58-DBA6-1CAF-2A1F-4C73A601AE28}"/>
                </a:ext>
              </a:extLst>
            </p:cNvPr>
            <p:cNvSpPr txBox="1"/>
            <p:nvPr/>
          </p:nvSpPr>
          <p:spPr>
            <a:xfrm>
              <a:off x="4682564" y="1570716"/>
              <a:ext cx="3078900" cy="561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团队利润</a:t>
              </a:r>
              <a:endParaRPr sz="1100" b="1" dirty="0">
                <a:solidFill>
                  <a:srgbClr val="434343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6" name="Google Shape;484;p55">
              <a:extLst>
                <a:ext uri="{FF2B5EF4-FFF2-40B4-BE49-F238E27FC236}">
                  <a16:creationId xmlns:a16="http://schemas.microsoft.com/office/drawing/2014/main" id="{1AEAD583-613E-8399-5299-C0C4B4895209}"/>
                </a:ext>
              </a:extLst>
            </p:cNvPr>
            <p:cNvSpPr txBox="1"/>
            <p:nvPr/>
          </p:nvSpPr>
          <p:spPr>
            <a:xfrm>
              <a:off x="8106491" y="15606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b="1" dirty="0">
                  <a:solidFill>
                    <a:srgbClr val="434343"/>
                  </a:solidFill>
                  <a:latin typeface="Lucida Sans" panose="020B0602030504020204" pitchFamily="34" charset="0"/>
                  <a:ea typeface="Montserrat"/>
                  <a:cs typeface="Montserrat"/>
                  <a:sym typeface="Montserrat"/>
                </a:rPr>
                <a:t>顾问数量</a:t>
              </a:r>
              <a:endParaRPr sz="1100" b="1" dirty="0">
                <a:solidFill>
                  <a:srgbClr val="FFFFFF"/>
                </a:solidFill>
                <a:latin typeface="Lucida Sans" panose="020B0602030504020204" pitchFamily="34" charset="0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7" name="Google Shape;486;p55">
              <a:extLst>
                <a:ext uri="{FF2B5EF4-FFF2-40B4-BE49-F238E27FC236}">
                  <a16:creationId xmlns:a16="http://schemas.microsoft.com/office/drawing/2014/main" id="{7710253B-AC6A-773C-CB66-8E1E1C6C68DC}"/>
                </a:ext>
              </a:extLst>
            </p:cNvPr>
            <p:cNvSpPr/>
            <p:nvPr/>
          </p:nvSpPr>
          <p:spPr>
            <a:xfrm>
              <a:off x="631203" y="2166545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78" name="Google Shape;487;p55">
              <a:extLst>
                <a:ext uri="{FF2B5EF4-FFF2-40B4-BE49-F238E27FC236}">
                  <a16:creationId xmlns:a16="http://schemas.microsoft.com/office/drawing/2014/main" id="{81DF4ABD-7C8B-DB27-C377-C3D1AEC1E420}"/>
                </a:ext>
              </a:extLst>
            </p:cNvPr>
            <p:cNvSpPr/>
            <p:nvPr/>
          </p:nvSpPr>
          <p:spPr>
            <a:xfrm>
              <a:off x="4682564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79" name="Google Shape;488;p55">
              <a:extLst>
                <a:ext uri="{FF2B5EF4-FFF2-40B4-BE49-F238E27FC236}">
                  <a16:creationId xmlns:a16="http://schemas.microsoft.com/office/drawing/2014/main" id="{7734FE27-EBF8-4BD1-AD4F-08D5892C2363}"/>
                </a:ext>
              </a:extLst>
            </p:cNvPr>
            <p:cNvSpPr/>
            <p:nvPr/>
          </p:nvSpPr>
          <p:spPr>
            <a:xfrm>
              <a:off x="8108697" y="2166539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0" name="Google Shape;489;p55">
              <a:extLst>
                <a:ext uri="{FF2B5EF4-FFF2-40B4-BE49-F238E27FC236}">
                  <a16:creationId xmlns:a16="http://schemas.microsoft.com/office/drawing/2014/main" id="{1C6A3C15-CA27-81AA-E14D-A1090770D7CA}"/>
                </a:ext>
              </a:extLst>
            </p:cNvPr>
            <p:cNvSpPr txBox="1"/>
            <p:nvPr/>
          </p:nvSpPr>
          <p:spPr>
            <a:xfrm>
              <a:off x="631203" y="2166539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第一层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1" name="Google Shape;490;p55">
              <a:extLst>
                <a:ext uri="{FF2B5EF4-FFF2-40B4-BE49-F238E27FC236}">
                  <a16:creationId xmlns:a16="http://schemas.microsoft.com/office/drawing/2014/main" id="{A7B30F4F-38E9-75AC-7B95-A93C3C3B6B95}"/>
                </a:ext>
              </a:extLst>
            </p:cNvPr>
            <p:cNvSpPr txBox="1"/>
            <p:nvPr/>
          </p:nvSpPr>
          <p:spPr>
            <a:xfrm>
              <a:off x="4682564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10% TR = $2,000</a:t>
              </a:r>
            </a:p>
          </p:txBody>
        </p:sp>
        <p:sp>
          <p:nvSpPr>
            <p:cNvPr id="82" name="Google Shape;491;p55">
              <a:extLst>
                <a:ext uri="{FF2B5EF4-FFF2-40B4-BE49-F238E27FC236}">
                  <a16:creationId xmlns:a16="http://schemas.microsoft.com/office/drawing/2014/main" id="{B33CBDA4-DF80-062B-C23D-E8D296E862EF}"/>
                </a:ext>
              </a:extLst>
            </p:cNvPr>
            <p:cNvSpPr txBox="1"/>
            <p:nvPr/>
          </p:nvSpPr>
          <p:spPr>
            <a:xfrm>
              <a:off x="8106491" y="2132584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3" name="Google Shape;493;p55">
              <a:extLst>
                <a:ext uri="{FF2B5EF4-FFF2-40B4-BE49-F238E27FC236}">
                  <a16:creationId xmlns:a16="http://schemas.microsoft.com/office/drawing/2014/main" id="{A3BD9588-4FFF-EC8F-4A3F-BB54BA560F2C}"/>
                </a:ext>
              </a:extLst>
            </p:cNvPr>
            <p:cNvSpPr/>
            <p:nvPr/>
          </p:nvSpPr>
          <p:spPr>
            <a:xfrm>
              <a:off x="631203" y="2762360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4" name="Google Shape;494;p55">
              <a:extLst>
                <a:ext uri="{FF2B5EF4-FFF2-40B4-BE49-F238E27FC236}">
                  <a16:creationId xmlns:a16="http://schemas.microsoft.com/office/drawing/2014/main" id="{C94ADA2E-2FAC-C6AB-2CB1-28FBB36B6BE8}"/>
                </a:ext>
              </a:extLst>
            </p:cNvPr>
            <p:cNvSpPr/>
            <p:nvPr/>
          </p:nvSpPr>
          <p:spPr>
            <a:xfrm>
              <a:off x="4682564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5" name="Google Shape;495;p55">
              <a:extLst>
                <a:ext uri="{FF2B5EF4-FFF2-40B4-BE49-F238E27FC236}">
                  <a16:creationId xmlns:a16="http://schemas.microsoft.com/office/drawing/2014/main" id="{EAE82307-A327-8ED1-1861-24DD47862F74}"/>
                </a:ext>
              </a:extLst>
            </p:cNvPr>
            <p:cNvSpPr/>
            <p:nvPr/>
          </p:nvSpPr>
          <p:spPr>
            <a:xfrm>
              <a:off x="8108697" y="2762363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86" name="Google Shape;496;p55">
              <a:extLst>
                <a:ext uri="{FF2B5EF4-FFF2-40B4-BE49-F238E27FC236}">
                  <a16:creationId xmlns:a16="http://schemas.microsoft.com/office/drawing/2014/main" id="{647FC283-16F9-36C6-4F09-B155671294F4}"/>
                </a:ext>
              </a:extLst>
            </p:cNvPr>
            <p:cNvSpPr txBox="1"/>
            <p:nvPr/>
          </p:nvSpPr>
          <p:spPr>
            <a:xfrm>
              <a:off x="631203" y="276236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第二层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7" name="Google Shape;497;p55">
              <a:extLst>
                <a:ext uri="{FF2B5EF4-FFF2-40B4-BE49-F238E27FC236}">
                  <a16:creationId xmlns:a16="http://schemas.microsoft.com/office/drawing/2014/main" id="{2B206B51-5E60-11E6-1973-AF2B4788A796}"/>
                </a:ext>
              </a:extLst>
            </p:cNvPr>
            <p:cNvSpPr txBox="1"/>
            <p:nvPr/>
          </p:nvSpPr>
          <p:spPr>
            <a:xfrm>
              <a:off x="4682564" y="272840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5% TR = $1,000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8" name="Google Shape;498;p55">
              <a:extLst>
                <a:ext uri="{FF2B5EF4-FFF2-40B4-BE49-F238E27FC236}">
                  <a16:creationId xmlns:a16="http://schemas.microsoft.com/office/drawing/2014/main" id="{442CB7CE-D3E8-37F2-4ED1-CDC60DC7247F}"/>
                </a:ext>
              </a:extLst>
            </p:cNvPr>
            <p:cNvSpPr txBox="1"/>
            <p:nvPr/>
          </p:nvSpPr>
          <p:spPr>
            <a:xfrm>
              <a:off x="8106491" y="2718120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89" name="Google Shape;500;p55">
              <a:extLst>
                <a:ext uri="{FF2B5EF4-FFF2-40B4-BE49-F238E27FC236}">
                  <a16:creationId xmlns:a16="http://schemas.microsoft.com/office/drawing/2014/main" id="{6E6E5468-86B1-AB0C-588D-22912F96373E}"/>
                </a:ext>
              </a:extLst>
            </p:cNvPr>
            <p:cNvSpPr/>
            <p:nvPr/>
          </p:nvSpPr>
          <p:spPr>
            <a:xfrm>
              <a:off x="631203" y="3358177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0" name="Google Shape;501;p55">
              <a:extLst>
                <a:ext uri="{FF2B5EF4-FFF2-40B4-BE49-F238E27FC236}">
                  <a16:creationId xmlns:a16="http://schemas.microsoft.com/office/drawing/2014/main" id="{3BAE5E21-2A9A-C3F6-9DB5-048E1086D9AA}"/>
                </a:ext>
              </a:extLst>
            </p:cNvPr>
            <p:cNvSpPr/>
            <p:nvPr/>
          </p:nvSpPr>
          <p:spPr>
            <a:xfrm>
              <a:off x="4682564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1" name="Google Shape;502;p55">
              <a:extLst>
                <a:ext uri="{FF2B5EF4-FFF2-40B4-BE49-F238E27FC236}">
                  <a16:creationId xmlns:a16="http://schemas.microsoft.com/office/drawing/2014/main" id="{84451912-7345-AADA-5EE5-2D767178063A}"/>
                </a:ext>
              </a:extLst>
            </p:cNvPr>
            <p:cNvSpPr/>
            <p:nvPr/>
          </p:nvSpPr>
          <p:spPr>
            <a:xfrm>
              <a:off x="8108697" y="3358186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2" name="Google Shape;503;p55">
              <a:extLst>
                <a:ext uri="{FF2B5EF4-FFF2-40B4-BE49-F238E27FC236}">
                  <a16:creationId xmlns:a16="http://schemas.microsoft.com/office/drawing/2014/main" id="{2B73DBF7-D84D-FD58-2B23-5BAD16F78F41}"/>
                </a:ext>
              </a:extLst>
            </p:cNvPr>
            <p:cNvSpPr txBox="1"/>
            <p:nvPr/>
          </p:nvSpPr>
          <p:spPr>
            <a:xfrm>
              <a:off x="631203" y="3358171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第三层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3" name="Google Shape;504;p55">
              <a:extLst>
                <a:ext uri="{FF2B5EF4-FFF2-40B4-BE49-F238E27FC236}">
                  <a16:creationId xmlns:a16="http://schemas.microsoft.com/office/drawing/2014/main" id="{51683B38-E4DF-9C6C-DC24-4FE1C45BC7A5}"/>
                </a:ext>
              </a:extLst>
            </p:cNvPr>
            <p:cNvSpPr txBox="1"/>
            <p:nvPr/>
          </p:nvSpPr>
          <p:spPr>
            <a:xfrm>
              <a:off x="4682564" y="3341213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3% TR = $600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4" name="Google Shape;505;p55">
              <a:extLst>
                <a:ext uri="{FF2B5EF4-FFF2-40B4-BE49-F238E27FC236}">
                  <a16:creationId xmlns:a16="http://schemas.microsoft.com/office/drawing/2014/main" id="{BCE186C7-8E70-226D-A4F3-A34CD0955183}"/>
                </a:ext>
              </a:extLst>
            </p:cNvPr>
            <p:cNvSpPr txBox="1"/>
            <p:nvPr/>
          </p:nvSpPr>
          <p:spPr>
            <a:xfrm>
              <a:off x="8106491" y="3341198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5+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5" name="Google Shape;507;p55">
              <a:extLst>
                <a:ext uri="{FF2B5EF4-FFF2-40B4-BE49-F238E27FC236}">
                  <a16:creationId xmlns:a16="http://schemas.microsoft.com/office/drawing/2014/main" id="{F602AFB4-9714-099E-3D41-90E3787504AA}"/>
                </a:ext>
              </a:extLst>
            </p:cNvPr>
            <p:cNvSpPr/>
            <p:nvPr/>
          </p:nvSpPr>
          <p:spPr>
            <a:xfrm>
              <a:off x="631203" y="3953992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6" name="Google Shape;508;p55">
              <a:extLst>
                <a:ext uri="{FF2B5EF4-FFF2-40B4-BE49-F238E27FC236}">
                  <a16:creationId xmlns:a16="http://schemas.microsoft.com/office/drawing/2014/main" id="{B8952C9D-9180-06F3-B05A-1BB4EE09319B}"/>
                </a:ext>
              </a:extLst>
            </p:cNvPr>
            <p:cNvSpPr/>
            <p:nvPr/>
          </p:nvSpPr>
          <p:spPr>
            <a:xfrm>
              <a:off x="4682564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7" name="Google Shape;509;p55">
              <a:extLst>
                <a:ext uri="{FF2B5EF4-FFF2-40B4-BE49-F238E27FC236}">
                  <a16:creationId xmlns:a16="http://schemas.microsoft.com/office/drawing/2014/main" id="{5518B12A-33CC-2370-981B-626F2582F801}"/>
                </a:ext>
              </a:extLst>
            </p:cNvPr>
            <p:cNvSpPr/>
            <p:nvPr/>
          </p:nvSpPr>
          <p:spPr>
            <a:xfrm>
              <a:off x="8108697" y="3954010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98" name="Google Shape;510;p55">
              <a:extLst>
                <a:ext uri="{FF2B5EF4-FFF2-40B4-BE49-F238E27FC236}">
                  <a16:creationId xmlns:a16="http://schemas.microsoft.com/office/drawing/2014/main" id="{C2E0CF6B-C19C-9302-D061-B2D732E461D9}"/>
                </a:ext>
              </a:extLst>
            </p:cNvPr>
            <p:cNvSpPr txBox="1"/>
            <p:nvPr/>
          </p:nvSpPr>
          <p:spPr>
            <a:xfrm>
              <a:off x="631203" y="3953980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第四层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9" name="Google Shape;511;p55">
              <a:extLst>
                <a:ext uri="{FF2B5EF4-FFF2-40B4-BE49-F238E27FC236}">
                  <a16:creationId xmlns:a16="http://schemas.microsoft.com/office/drawing/2014/main" id="{9691D410-2566-3D29-3BFD-51EB06F5A94E}"/>
                </a:ext>
              </a:extLst>
            </p:cNvPr>
            <p:cNvSpPr txBox="1"/>
            <p:nvPr/>
          </p:nvSpPr>
          <p:spPr>
            <a:xfrm>
              <a:off x="4682564" y="3920055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TR = $300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0" name="Google Shape;512;p55">
              <a:extLst>
                <a:ext uri="{FF2B5EF4-FFF2-40B4-BE49-F238E27FC236}">
                  <a16:creationId xmlns:a16="http://schemas.microsoft.com/office/drawing/2014/main" id="{9B40982B-0B22-649D-22D0-458EBB29FE56}"/>
                </a:ext>
              </a:extLst>
            </p:cNvPr>
            <p:cNvSpPr txBox="1"/>
            <p:nvPr/>
          </p:nvSpPr>
          <p:spPr>
            <a:xfrm>
              <a:off x="8106491" y="3911137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8+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1" name="Google Shape;514;p55">
              <a:extLst>
                <a:ext uri="{FF2B5EF4-FFF2-40B4-BE49-F238E27FC236}">
                  <a16:creationId xmlns:a16="http://schemas.microsoft.com/office/drawing/2014/main" id="{F919F377-99B1-541E-2300-2DE576400A31}"/>
                </a:ext>
              </a:extLst>
            </p:cNvPr>
            <p:cNvSpPr/>
            <p:nvPr/>
          </p:nvSpPr>
          <p:spPr>
            <a:xfrm>
              <a:off x="631203" y="4549808"/>
              <a:ext cx="3736291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2" name="Google Shape;515;p55">
              <a:extLst>
                <a:ext uri="{FF2B5EF4-FFF2-40B4-BE49-F238E27FC236}">
                  <a16:creationId xmlns:a16="http://schemas.microsoft.com/office/drawing/2014/main" id="{E645E558-8675-BD4B-075A-649668B33579}"/>
                </a:ext>
              </a:extLst>
            </p:cNvPr>
            <p:cNvSpPr/>
            <p:nvPr/>
          </p:nvSpPr>
          <p:spPr>
            <a:xfrm>
              <a:off x="4682564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3" name="Google Shape;516;p55">
              <a:extLst>
                <a:ext uri="{FF2B5EF4-FFF2-40B4-BE49-F238E27FC236}">
                  <a16:creationId xmlns:a16="http://schemas.microsoft.com/office/drawing/2014/main" id="{877E1F11-5387-E868-5FF1-11FDCB697A71}"/>
                </a:ext>
              </a:extLst>
            </p:cNvPr>
            <p:cNvSpPr/>
            <p:nvPr/>
          </p:nvSpPr>
          <p:spPr>
            <a:xfrm>
              <a:off x="8108697" y="4549833"/>
              <a:ext cx="3078900" cy="546286"/>
            </a:xfrm>
            <a:prstGeom prst="rect">
              <a:avLst/>
            </a:prstGeom>
            <a:solidFill>
              <a:srgbClr val="2946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4" name="Google Shape;517;p55">
              <a:extLst>
                <a:ext uri="{FF2B5EF4-FFF2-40B4-BE49-F238E27FC236}">
                  <a16:creationId xmlns:a16="http://schemas.microsoft.com/office/drawing/2014/main" id="{72B56100-1288-C342-7219-0E9D6C1C8323}"/>
                </a:ext>
              </a:extLst>
            </p:cNvPr>
            <p:cNvSpPr txBox="1"/>
            <p:nvPr/>
          </p:nvSpPr>
          <p:spPr>
            <a:xfrm>
              <a:off x="631203" y="4549803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第五层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5" name="Google Shape;518;p55">
              <a:extLst>
                <a:ext uri="{FF2B5EF4-FFF2-40B4-BE49-F238E27FC236}">
                  <a16:creationId xmlns:a16="http://schemas.microsoft.com/office/drawing/2014/main" id="{F41B24D8-22A5-1FE5-ABB0-73141F610D04}"/>
                </a:ext>
              </a:extLst>
            </p:cNvPr>
            <p:cNvSpPr txBox="1"/>
            <p:nvPr/>
          </p:nvSpPr>
          <p:spPr>
            <a:xfrm>
              <a:off x="4682564" y="454984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1.5% TR = $300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6" name="Google Shape;519;p55">
              <a:extLst>
                <a:ext uri="{FF2B5EF4-FFF2-40B4-BE49-F238E27FC236}">
                  <a16:creationId xmlns:a16="http://schemas.microsoft.com/office/drawing/2014/main" id="{2656DDE9-5D13-587D-6D2D-009A876CB537}"/>
                </a:ext>
              </a:extLst>
            </p:cNvPr>
            <p:cNvSpPr txBox="1"/>
            <p:nvPr/>
          </p:nvSpPr>
          <p:spPr>
            <a:xfrm>
              <a:off x="8106491" y="4532029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12+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07" name="Google Shape;521;p55">
              <a:extLst>
                <a:ext uri="{FF2B5EF4-FFF2-40B4-BE49-F238E27FC236}">
                  <a16:creationId xmlns:a16="http://schemas.microsoft.com/office/drawing/2014/main" id="{61145607-E9E0-AC06-F4E8-93DAF08C4CAB}"/>
                </a:ext>
              </a:extLst>
            </p:cNvPr>
            <p:cNvSpPr/>
            <p:nvPr/>
          </p:nvSpPr>
          <p:spPr>
            <a:xfrm>
              <a:off x="631203" y="5145623"/>
              <a:ext cx="3736291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8" name="Google Shape;522;p55">
              <a:extLst>
                <a:ext uri="{FF2B5EF4-FFF2-40B4-BE49-F238E27FC236}">
                  <a16:creationId xmlns:a16="http://schemas.microsoft.com/office/drawing/2014/main" id="{F5C14878-176E-7C9D-DD3C-ADB66BC8BA87}"/>
                </a:ext>
              </a:extLst>
            </p:cNvPr>
            <p:cNvSpPr/>
            <p:nvPr/>
          </p:nvSpPr>
          <p:spPr>
            <a:xfrm>
              <a:off x="4682564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09" name="Google Shape;523;p55">
              <a:extLst>
                <a:ext uri="{FF2B5EF4-FFF2-40B4-BE49-F238E27FC236}">
                  <a16:creationId xmlns:a16="http://schemas.microsoft.com/office/drawing/2014/main" id="{99661AAD-3841-369C-22C3-1A2CB81BEF59}"/>
                </a:ext>
              </a:extLst>
            </p:cNvPr>
            <p:cNvSpPr/>
            <p:nvPr/>
          </p:nvSpPr>
          <p:spPr>
            <a:xfrm>
              <a:off x="8108697" y="5145657"/>
              <a:ext cx="3078900" cy="546286"/>
            </a:xfrm>
            <a:prstGeom prst="rect">
              <a:avLst/>
            </a:prstGeom>
            <a:solidFill>
              <a:srgbClr val="325680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Lucida Sans" panose="020B0602030504020204" pitchFamily="34" charset="0"/>
              </a:endParaRPr>
            </a:p>
          </p:txBody>
        </p:sp>
        <p:sp>
          <p:nvSpPr>
            <p:cNvPr id="110" name="Google Shape;524;p55">
              <a:extLst>
                <a:ext uri="{FF2B5EF4-FFF2-40B4-BE49-F238E27FC236}">
                  <a16:creationId xmlns:a16="http://schemas.microsoft.com/office/drawing/2014/main" id="{8481F22B-90EE-62E8-675A-364D1BA97843}"/>
                </a:ext>
              </a:extLst>
            </p:cNvPr>
            <p:cNvSpPr txBox="1"/>
            <p:nvPr/>
          </p:nvSpPr>
          <p:spPr>
            <a:xfrm>
              <a:off x="631203" y="5145627"/>
              <a:ext cx="3736291" cy="546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第六层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11" name="Google Shape;525;p55">
              <a:extLst>
                <a:ext uri="{FF2B5EF4-FFF2-40B4-BE49-F238E27FC236}">
                  <a16:creationId xmlns:a16="http://schemas.microsoft.com/office/drawing/2014/main" id="{76631633-2921-2026-E6EC-610C5CCC2C67}"/>
                </a:ext>
              </a:extLst>
            </p:cNvPr>
            <p:cNvSpPr txBox="1"/>
            <p:nvPr/>
          </p:nvSpPr>
          <p:spPr>
            <a:xfrm>
              <a:off x="4682564" y="511170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1% TR = $200</a:t>
              </a:r>
            </a:p>
          </p:txBody>
        </p:sp>
        <p:sp>
          <p:nvSpPr>
            <p:cNvPr id="112" name="Google Shape;526;p55">
              <a:extLst>
                <a:ext uri="{FF2B5EF4-FFF2-40B4-BE49-F238E27FC236}">
                  <a16:creationId xmlns:a16="http://schemas.microsoft.com/office/drawing/2014/main" id="{FCCCE443-EBD6-124F-889F-041C98AC77EB}"/>
                </a:ext>
              </a:extLst>
            </p:cNvPr>
            <p:cNvSpPr txBox="1"/>
            <p:nvPr/>
          </p:nvSpPr>
          <p:spPr>
            <a:xfrm>
              <a:off x="8106491" y="5104162"/>
              <a:ext cx="3078900" cy="6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Lucida Sans" panose="020B0602030504020204" pitchFamily="34" charset="0"/>
                  <a:ea typeface="Open Sans SemiBold"/>
                  <a:cs typeface="Open Sans SemiBold"/>
                  <a:sym typeface="Open Sans SemiBold"/>
                </a:rPr>
                <a:t>15+</a:t>
              </a:r>
              <a:endParaRPr sz="1100" dirty="0">
                <a:solidFill>
                  <a:srgbClr val="FFFFFF"/>
                </a:solidFill>
                <a:latin typeface="Lucida Sans" panose="020B0602030504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598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6">
            <a:extLst>
              <a:ext uri="{FF2B5EF4-FFF2-40B4-BE49-F238E27FC236}">
                <a16:creationId xmlns:a16="http://schemas.microsoft.com/office/drawing/2014/main" id="{9A0339D2-7A08-4508-A001-696938954CBE}"/>
              </a:ext>
            </a:extLst>
          </p:cNvPr>
          <p:cNvGrpSpPr/>
          <p:nvPr/>
        </p:nvGrpSpPr>
        <p:grpSpPr>
          <a:xfrm>
            <a:off x="8596462" y="1002079"/>
            <a:ext cx="2266328" cy="2806960"/>
            <a:chOff x="8680049" y="1633020"/>
            <a:chExt cx="2103432" cy="2605205"/>
          </a:xfrm>
          <a:solidFill>
            <a:schemeClr val="accent2"/>
          </a:solidFill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80E1C65A-3125-429C-AAB9-603DD37EB170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2" name="자유형: 도형 84">
              <a:extLst>
                <a:ext uri="{FF2B5EF4-FFF2-40B4-BE49-F238E27FC236}">
                  <a16:creationId xmlns:a16="http://schemas.microsoft.com/office/drawing/2014/main" id="{56AD7531-FAE5-4720-92C0-95E2E402C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000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41EC2E6E-A6F9-4A82-8BE4-B750E5B93FC4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E7A34D03-6B38-45DC-8045-11C5C1D7FE5B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08AF6CF1-5521-406B-B7D4-6383EC1A5EA4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BC0E61D9-50A9-4710-83CA-96A5DD0BE3CC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183B2ADA-C745-411B-9BE2-6AF69F0C983F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40CB41A3-AFF3-4E98-84C2-85B1C141E7CE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grpSp>
        <p:nvGrpSpPr>
          <p:cNvPr id="29" name="그룹 7">
            <a:extLst>
              <a:ext uri="{FF2B5EF4-FFF2-40B4-BE49-F238E27FC236}">
                <a16:creationId xmlns:a16="http://schemas.microsoft.com/office/drawing/2014/main" id="{A9D9459A-70AC-42C9-B66D-AD517439443C}"/>
              </a:ext>
            </a:extLst>
          </p:cNvPr>
          <p:cNvGrpSpPr/>
          <p:nvPr/>
        </p:nvGrpSpPr>
        <p:grpSpPr>
          <a:xfrm>
            <a:off x="5629186" y="3244048"/>
            <a:ext cx="1403850" cy="1577193"/>
            <a:chOff x="6282410" y="2774470"/>
            <a:chExt cx="1403850" cy="1577193"/>
          </a:xfrm>
        </p:grpSpPr>
        <p:sp>
          <p:nvSpPr>
            <p:cNvPr id="30" name="자유형: 도형 91">
              <a:extLst>
                <a:ext uri="{FF2B5EF4-FFF2-40B4-BE49-F238E27FC236}">
                  <a16:creationId xmlns:a16="http://schemas.microsoft.com/office/drawing/2014/main" id="{B0C1EF89-6C2F-4676-BEE0-2EB66B37D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grpSp>
          <p:nvGrpSpPr>
            <p:cNvPr id="31" name="그룹 96">
              <a:extLst>
                <a:ext uri="{FF2B5EF4-FFF2-40B4-BE49-F238E27FC236}">
                  <a16:creationId xmlns:a16="http://schemas.microsoft.com/office/drawing/2014/main" id="{739ADCD8-A42F-47BA-8900-380F0C76AD8D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8" name="타원 97">
                <a:extLst>
                  <a:ext uri="{FF2B5EF4-FFF2-40B4-BE49-F238E27FC236}">
                    <a16:creationId xmlns:a16="http://schemas.microsoft.com/office/drawing/2014/main" id="{4944BA96-C8AD-42F3-B554-A66E3E9CAC2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98">
                <a:extLst>
                  <a:ext uri="{FF2B5EF4-FFF2-40B4-BE49-F238E27FC236}">
                    <a16:creationId xmlns:a16="http://schemas.microsoft.com/office/drawing/2014/main" id="{34FD8334-1A2C-46C3-B54D-2D8286D5D88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Block Arc 11">
                <a:extLst>
                  <a:ext uri="{FF2B5EF4-FFF2-40B4-BE49-F238E27FC236}">
                    <a16:creationId xmlns:a16="http://schemas.microsoft.com/office/drawing/2014/main" id="{CF6587E7-2949-42A1-ACF1-3D0F465FB0B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" name="그룹 108">
              <a:extLst>
                <a:ext uri="{FF2B5EF4-FFF2-40B4-BE49-F238E27FC236}">
                  <a16:creationId xmlns:a16="http://schemas.microsoft.com/office/drawing/2014/main" id="{17AE0978-0225-41A8-9341-CD120CDB2604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5" name="타원 109">
                <a:extLst>
                  <a:ext uri="{FF2B5EF4-FFF2-40B4-BE49-F238E27FC236}">
                    <a16:creationId xmlns:a16="http://schemas.microsoft.com/office/drawing/2014/main" id="{EF526A2E-6F91-4258-AC08-F9FC5AC0AA8C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110">
                <a:extLst>
                  <a:ext uri="{FF2B5EF4-FFF2-40B4-BE49-F238E27FC236}">
                    <a16:creationId xmlns:a16="http://schemas.microsoft.com/office/drawing/2014/main" id="{9C995453-CD95-4142-B88E-77BD608A5EBC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Block Arc 11">
                <a:extLst>
                  <a:ext uri="{FF2B5EF4-FFF2-40B4-BE49-F238E27FC236}">
                    <a16:creationId xmlns:a16="http://schemas.microsoft.com/office/drawing/2014/main" id="{7562A393-98D9-4617-AD14-AB3BB2375439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그룹 112">
              <a:extLst>
                <a:ext uri="{FF2B5EF4-FFF2-40B4-BE49-F238E27FC236}">
                  <a16:creationId xmlns:a16="http://schemas.microsoft.com/office/drawing/2014/main" id="{C619C557-630B-4D93-AB01-371154F3C700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2" name="타원 113">
                <a:extLst>
                  <a:ext uri="{FF2B5EF4-FFF2-40B4-BE49-F238E27FC236}">
                    <a16:creationId xmlns:a16="http://schemas.microsoft.com/office/drawing/2014/main" id="{C4EC7035-C5E8-41B9-B6CA-C346468CB0EF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114">
                <a:extLst>
                  <a:ext uri="{FF2B5EF4-FFF2-40B4-BE49-F238E27FC236}">
                    <a16:creationId xmlns:a16="http://schemas.microsoft.com/office/drawing/2014/main" id="{CD03B65C-5E45-44AB-ACE0-E0B741647D87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Block Arc 11">
                <a:extLst>
                  <a:ext uri="{FF2B5EF4-FFF2-40B4-BE49-F238E27FC236}">
                    <a16:creationId xmlns:a16="http://schemas.microsoft.com/office/drawing/2014/main" id="{129E9EDB-B741-4D83-B157-8E062C077710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" name="그룹 116">
              <a:extLst>
                <a:ext uri="{FF2B5EF4-FFF2-40B4-BE49-F238E27FC236}">
                  <a16:creationId xmlns:a16="http://schemas.microsoft.com/office/drawing/2014/main" id="{3A77063A-05D5-4028-935C-21BE695F51AA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39" name="타원 117">
                <a:extLst>
                  <a:ext uri="{FF2B5EF4-FFF2-40B4-BE49-F238E27FC236}">
                    <a16:creationId xmlns:a16="http://schemas.microsoft.com/office/drawing/2014/main" id="{2FAE60EE-D799-48C8-9DB4-F3443647297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118">
                <a:extLst>
                  <a:ext uri="{FF2B5EF4-FFF2-40B4-BE49-F238E27FC236}">
                    <a16:creationId xmlns:a16="http://schemas.microsoft.com/office/drawing/2014/main" id="{5F948148-1DA0-4728-BB4E-6F6BA58C186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Block Arc 11">
                <a:extLst>
                  <a:ext uri="{FF2B5EF4-FFF2-40B4-BE49-F238E27FC236}">
                    <a16:creationId xmlns:a16="http://schemas.microsoft.com/office/drawing/2014/main" id="{3710C69E-AC14-42F5-8E18-F7E3B4A0C124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그룹 120">
              <a:extLst>
                <a:ext uri="{FF2B5EF4-FFF2-40B4-BE49-F238E27FC236}">
                  <a16:creationId xmlns:a16="http://schemas.microsoft.com/office/drawing/2014/main" id="{BA3254EB-3E72-494B-8EBA-3D53153862AF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36" name="타원 121">
                <a:extLst>
                  <a:ext uri="{FF2B5EF4-FFF2-40B4-BE49-F238E27FC236}">
                    <a16:creationId xmlns:a16="http://schemas.microsoft.com/office/drawing/2014/main" id="{375D611F-AEA5-45C0-967A-311818FCD0B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타원 122">
                <a:extLst>
                  <a:ext uri="{FF2B5EF4-FFF2-40B4-BE49-F238E27FC236}">
                    <a16:creationId xmlns:a16="http://schemas.microsoft.com/office/drawing/2014/main" id="{421A988C-63DD-4D03-AE76-4B2CA3884BA5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Block Arc 11">
                <a:extLst>
                  <a:ext uri="{FF2B5EF4-FFF2-40B4-BE49-F238E27FC236}">
                    <a16:creationId xmlns:a16="http://schemas.microsoft.com/office/drawing/2014/main" id="{AA7E5B26-433F-4F01-8B10-8EA296C4F0E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1" name="그룹 8">
            <a:extLst>
              <a:ext uri="{FF2B5EF4-FFF2-40B4-BE49-F238E27FC236}">
                <a16:creationId xmlns:a16="http://schemas.microsoft.com/office/drawing/2014/main" id="{DD425975-28CD-403F-8593-8D4A3B047632}"/>
              </a:ext>
            </a:extLst>
          </p:cNvPr>
          <p:cNvGrpSpPr/>
          <p:nvPr/>
        </p:nvGrpSpPr>
        <p:grpSpPr>
          <a:xfrm>
            <a:off x="3113794" y="4150013"/>
            <a:ext cx="752941" cy="1103119"/>
            <a:chOff x="4041120" y="3338087"/>
            <a:chExt cx="752941" cy="1103119"/>
          </a:xfrm>
          <a:solidFill>
            <a:schemeClr val="accent4"/>
          </a:solidFill>
        </p:grpSpPr>
        <p:sp>
          <p:nvSpPr>
            <p:cNvPr id="52" name="자유형: 도형 125">
              <a:extLst>
                <a:ext uri="{FF2B5EF4-FFF2-40B4-BE49-F238E27FC236}">
                  <a16:creationId xmlns:a16="http://schemas.microsoft.com/office/drawing/2014/main" id="{A86A2702-EAA0-42D2-9D7C-6D7B4748D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829" y="3677929"/>
              <a:ext cx="237406" cy="763277"/>
            </a:xfrm>
            <a:custGeom>
              <a:avLst/>
              <a:gdLst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6104 w 237406"/>
                <a:gd name="connsiteY74" fmla="*/ 640880 h 1139927"/>
                <a:gd name="connsiteX75" fmla="*/ 220026 w 237406"/>
                <a:gd name="connsiteY75" fmla="*/ 702834 h 1139927"/>
                <a:gd name="connsiteX76" fmla="*/ 216554 w 237406"/>
                <a:gd name="connsiteY76" fmla="*/ 729229 h 1139927"/>
                <a:gd name="connsiteX77" fmla="*/ 209841 w 237406"/>
                <a:gd name="connsiteY77" fmla="*/ 750137 h 1139927"/>
                <a:gd name="connsiteX78" fmla="*/ 205976 w 237406"/>
                <a:gd name="connsiteY78" fmla="*/ 771472 h 1139927"/>
                <a:gd name="connsiteX79" fmla="*/ 204348 w 237406"/>
                <a:gd name="connsiteY79" fmla="*/ 793981 h 1139927"/>
                <a:gd name="connsiteX80" fmla="*/ 203433 w 237406"/>
                <a:gd name="connsiteY80" fmla="*/ 816596 h 1139927"/>
                <a:gd name="connsiteX81" fmla="*/ 204348 w 237406"/>
                <a:gd name="connsiteY81" fmla="*/ 839211 h 1139927"/>
                <a:gd name="connsiteX82" fmla="*/ 205976 w 237406"/>
                <a:gd name="connsiteY82" fmla="*/ 862360 h 1139927"/>
                <a:gd name="connsiteX83" fmla="*/ 208112 w 237406"/>
                <a:gd name="connsiteY83" fmla="*/ 885294 h 1139927"/>
                <a:gd name="connsiteX84" fmla="*/ 210655 w 237406"/>
                <a:gd name="connsiteY84" fmla="*/ 907803 h 1139927"/>
                <a:gd name="connsiteX85" fmla="*/ 211061 w 237406"/>
                <a:gd name="connsiteY85" fmla="*/ 940872 h 1139927"/>
                <a:gd name="connsiteX86" fmla="*/ 208925 w 237406"/>
                <a:gd name="connsiteY86" fmla="*/ 973941 h 1139927"/>
                <a:gd name="connsiteX87" fmla="*/ 205162 w 237406"/>
                <a:gd name="connsiteY87" fmla="*/ 1005731 h 1139927"/>
                <a:gd name="connsiteX88" fmla="*/ 200483 w 237406"/>
                <a:gd name="connsiteY88" fmla="*/ 1036879 h 1139927"/>
                <a:gd name="connsiteX89" fmla="*/ 194787 w 237406"/>
                <a:gd name="connsiteY89" fmla="*/ 1139927 h 1139927"/>
                <a:gd name="connsiteX90" fmla="*/ 24209 w 237406"/>
                <a:gd name="connsiteY90" fmla="*/ 1139927 h 1139927"/>
                <a:gd name="connsiteX91" fmla="*/ 43738 w 237406"/>
                <a:gd name="connsiteY91" fmla="*/ 1098004 h 1139927"/>
                <a:gd name="connsiteX92" fmla="*/ 67845 w 237406"/>
                <a:gd name="connsiteY92" fmla="*/ 1050534 h 1139927"/>
                <a:gd name="connsiteX93" fmla="*/ 76287 w 237406"/>
                <a:gd name="connsiteY93" fmla="*/ 1033359 h 1139927"/>
                <a:gd name="connsiteX94" fmla="*/ 83509 w 237406"/>
                <a:gd name="connsiteY94" fmla="*/ 1014264 h 1139927"/>
                <a:gd name="connsiteX95" fmla="*/ 90324 w 237406"/>
                <a:gd name="connsiteY95" fmla="*/ 993036 h 1139927"/>
                <a:gd name="connsiteX96" fmla="*/ 96631 w 237406"/>
                <a:gd name="connsiteY96" fmla="*/ 970421 h 1139927"/>
                <a:gd name="connsiteX97" fmla="*/ 101717 w 237406"/>
                <a:gd name="connsiteY97" fmla="*/ 945993 h 1139927"/>
                <a:gd name="connsiteX98" fmla="*/ 105582 w 237406"/>
                <a:gd name="connsiteY98" fmla="*/ 921137 h 1139927"/>
                <a:gd name="connsiteX99" fmla="*/ 109345 w 237406"/>
                <a:gd name="connsiteY99" fmla="*/ 895109 h 1139927"/>
                <a:gd name="connsiteX100" fmla="*/ 111888 w 237406"/>
                <a:gd name="connsiteY100" fmla="*/ 868760 h 1139927"/>
                <a:gd name="connsiteX101" fmla="*/ 114024 w 237406"/>
                <a:gd name="connsiteY101" fmla="*/ 841344 h 1139927"/>
                <a:gd name="connsiteX102" fmla="*/ 114024 w 237406"/>
                <a:gd name="connsiteY102" fmla="*/ 814356 h 1139927"/>
                <a:gd name="connsiteX103" fmla="*/ 114024 w 237406"/>
                <a:gd name="connsiteY103" fmla="*/ 787687 h 1139927"/>
                <a:gd name="connsiteX104" fmla="*/ 111888 w 237406"/>
                <a:gd name="connsiteY104" fmla="*/ 760912 h 1139927"/>
                <a:gd name="connsiteX105" fmla="*/ 108938 w 237406"/>
                <a:gd name="connsiteY105" fmla="*/ 735203 h 1139927"/>
                <a:gd name="connsiteX106" fmla="*/ 105175 w 237406"/>
                <a:gd name="connsiteY106" fmla="*/ 710135 h 1139927"/>
                <a:gd name="connsiteX107" fmla="*/ 99580 w 237406"/>
                <a:gd name="connsiteY107" fmla="*/ 685919 h 1139927"/>
                <a:gd name="connsiteX108" fmla="*/ 91952 w 237406"/>
                <a:gd name="connsiteY108" fmla="*/ 663411 h 1139927"/>
                <a:gd name="connsiteX109" fmla="*/ 83509 w 237406"/>
                <a:gd name="connsiteY109" fmla="*/ 642076 h 1139927"/>
                <a:gd name="connsiteX110" fmla="*/ 73338 w 237406"/>
                <a:gd name="connsiteY110" fmla="*/ 622981 h 1139927"/>
                <a:gd name="connsiteX111" fmla="*/ 61946 w 237406"/>
                <a:gd name="connsiteY111" fmla="*/ 606127 h 1139927"/>
                <a:gd name="connsiteX112" fmla="*/ 25430 w 237406"/>
                <a:gd name="connsiteY112" fmla="*/ 491771 h 1139927"/>
                <a:gd name="connsiteX113" fmla="*/ 19530 w 237406"/>
                <a:gd name="connsiteY113" fmla="*/ 462222 h 1139927"/>
                <a:gd name="connsiteX114" fmla="*/ 11901 w 237406"/>
                <a:gd name="connsiteY114" fmla="*/ 432887 h 1139927"/>
                <a:gd name="connsiteX115" fmla="*/ 5493 w 237406"/>
                <a:gd name="connsiteY115" fmla="*/ 401098 h 1139927"/>
                <a:gd name="connsiteX116" fmla="*/ 2543 w 237406"/>
                <a:gd name="connsiteY116" fmla="*/ 368669 h 1139927"/>
                <a:gd name="connsiteX117" fmla="*/ 0 w 237406"/>
                <a:gd name="connsiteY117" fmla="*/ 334746 h 1139927"/>
                <a:gd name="connsiteX118" fmla="*/ 0 w 237406"/>
                <a:gd name="connsiteY118" fmla="*/ 300076 h 1139927"/>
                <a:gd name="connsiteX119" fmla="*/ 1729 w 237406"/>
                <a:gd name="connsiteY119" fmla="*/ 265087 h 1139927"/>
                <a:gd name="connsiteX120" fmla="*/ 5493 w 237406"/>
                <a:gd name="connsiteY120" fmla="*/ 230418 h 1139927"/>
                <a:gd name="connsiteX121" fmla="*/ 11087 w 237406"/>
                <a:gd name="connsiteY121" fmla="*/ 195855 h 1139927"/>
                <a:gd name="connsiteX122" fmla="*/ 16987 w 237406"/>
                <a:gd name="connsiteY122" fmla="*/ 162466 h 1139927"/>
                <a:gd name="connsiteX123" fmla="*/ 25430 w 237406"/>
                <a:gd name="connsiteY123" fmla="*/ 130037 h 1139927"/>
                <a:gd name="connsiteX124" fmla="*/ 35601 w 237406"/>
                <a:gd name="connsiteY124" fmla="*/ 99528 h 1139927"/>
                <a:gd name="connsiteX125" fmla="*/ 46180 w 237406"/>
                <a:gd name="connsiteY125" fmla="*/ 70619 h 1139927"/>
                <a:gd name="connsiteX126" fmla="*/ 58487 w 237406"/>
                <a:gd name="connsiteY126" fmla="*/ 44484 h 1139927"/>
                <a:gd name="connsiteX127" fmla="*/ 71608 w 237406"/>
                <a:gd name="connsiteY127" fmla="*/ 20695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0026 w 237406"/>
                <a:gd name="connsiteY74" fmla="*/ 702834 h 1139927"/>
                <a:gd name="connsiteX75" fmla="*/ 216554 w 237406"/>
                <a:gd name="connsiteY75" fmla="*/ 729229 h 1139927"/>
                <a:gd name="connsiteX76" fmla="*/ 209841 w 237406"/>
                <a:gd name="connsiteY76" fmla="*/ 750137 h 1139927"/>
                <a:gd name="connsiteX77" fmla="*/ 205976 w 237406"/>
                <a:gd name="connsiteY77" fmla="*/ 771472 h 1139927"/>
                <a:gd name="connsiteX78" fmla="*/ 204348 w 237406"/>
                <a:gd name="connsiteY78" fmla="*/ 793981 h 1139927"/>
                <a:gd name="connsiteX79" fmla="*/ 203433 w 237406"/>
                <a:gd name="connsiteY79" fmla="*/ 816596 h 1139927"/>
                <a:gd name="connsiteX80" fmla="*/ 204348 w 237406"/>
                <a:gd name="connsiteY80" fmla="*/ 839211 h 1139927"/>
                <a:gd name="connsiteX81" fmla="*/ 205976 w 237406"/>
                <a:gd name="connsiteY81" fmla="*/ 862360 h 1139927"/>
                <a:gd name="connsiteX82" fmla="*/ 208112 w 237406"/>
                <a:gd name="connsiteY82" fmla="*/ 885294 h 1139927"/>
                <a:gd name="connsiteX83" fmla="*/ 210655 w 237406"/>
                <a:gd name="connsiteY83" fmla="*/ 907803 h 1139927"/>
                <a:gd name="connsiteX84" fmla="*/ 211061 w 237406"/>
                <a:gd name="connsiteY84" fmla="*/ 940872 h 1139927"/>
                <a:gd name="connsiteX85" fmla="*/ 208925 w 237406"/>
                <a:gd name="connsiteY85" fmla="*/ 973941 h 1139927"/>
                <a:gd name="connsiteX86" fmla="*/ 205162 w 237406"/>
                <a:gd name="connsiteY86" fmla="*/ 1005731 h 1139927"/>
                <a:gd name="connsiteX87" fmla="*/ 200483 w 237406"/>
                <a:gd name="connsiteY87" fmla="*/ 1036879 h 1139927"/>
                <a:gd name="connsiteX88" fmla="*/ 194787 w 237406"/>
                <a:gd name="connsiteY88" fmla="*/ 1139927 h 1139927"/>
                <a:gd name="connsiteX89" fmla="*/ 24209 w 237406"/>
                <a:gd name="connsiteY89" fmla="*/ 1139927 h 1139927"/>
                <a:gd name="connsiteX90" fmla="*/ 43738 w 237406"/>
                <a:gd name="connsiteY90" fmla="*/ 1098004 h 1139927"/>
                <a:gd name="connsiteX91" fmla="*/ 67845 w 237406"/>
                <a:gd name="connsiteY91" fmla="*/ 1050534 h 1139927"/>
                <a:gd name="connsiteX92" fmla="*/ 76287 w 237406"/>
                <a:gd name="connsiteY92" fmla="*/ 1033359 h 1139927"/>
                <a:gd name="connsiteX93" fmla="*/ 83509 w 237406"/>
                <a:gd name="connsiteY93" fmla="*/ 1014264 h 1139927"/>
                <a:gd name="connsiteX94" fmla="*/ 90324 w 237406"/>
                <a:gd name="connsiteY94" fmla="*/ 993036 h 1139927"/>
                <a:gd name="connsiteX95" fmla="*/ 96631 w 237406"/>
                <a:gd name="connsiteY95" fmla="*/ 970421 h 1139927"/>
                <a:gd name="connsiteX96" fmla="*/ 101717 w 237406"/>
                <a:gd name="connsiteY96" fmla="*/ 945993 h 1139927"/>
                <a:gd name="connsiteX97" fmla="*/ 105582 w 237406"/>
                <a:gd name="connsiteY97" fmla="*/ 921137 h 1139927"/>
                <a:gd name="connsiteX98" fmla="*/ 109345 w 237406"/>
                <a:gd name="connsiteY98" fmla="*/ 895109 h 1139927"/>
                <a:gd name="connsiteX99" fmla="*/ 111888 w 237406"/>
                <a:gd name="connsiteY99" fmla="*/ 868760 h 1139927"/>
                <a:gd name="connsiteX100" fmla="*/ 114024 w 237406"/>
                <a:gd name="connsiteY100" fmla="*/ 841344 h 1139927"/>
                <a:gd name="connsiteX101" fmla="*/ 114024 w 237406"/>
                <a:gd name="connsiteY101" fmla="*/ 814356 h 1139927"/>
                <a:gd name="connsiteX102" fmla="*/ 114024 w 237406"/>
                <a:gd name="connsiteY102" fmla="*/ 787687 h 1139927"/>
                <a:gd name="connsiteX103" fmla="*/ 111888 w 237406"/>
                <a:gd name="connsiteY103" fmla="*/ 760912 h 1139927"/>
                <a:gd name="connsiteX104" fmla="*/ 108938 w 237406"/>
                <a:gd name="connsiteY104" fmla="*/ 735203 h 1139927"/>
                <a:gd name="connsiteX105" fmla="*/ 105175 w 237406"/>
                <a:gd name="connsiteY105" fmla="*/ 710135 h 1139927"/>
                <a:gd name="connsiteX106" fmla="*/ 99580 w 237406"/>
                <a:gd name="connsiteY106" fmla="*/ 685919 h 1139927"/>
                <a:gd name="connsiteX107" fmla="*/ 91952 w 237406"/>
                <a:gd name="connsiteY107" fmla="*/ 663411 h 1139927"/>
                <a:gd name="connsiteX108" fmla="*/ 83509 w 237406"/>
                <a:gd name="connsiteY108" fmla="*/ 642076 h 1139927"/>
                <a:gd name="connsiteX109" fmla="*/ 73338 w 237406"/>
                <a:gd name="connsiteY109" fmla="*/ 622981 h 1139927"/>
                <a:gd name="connsiteX110" fmla="*/ 61946 w 237406"/>
                <a:gd name="connsiteY110" fmla="*/ 606127 h 1139927"/>
                <a:gd name="connsiteX111" fmla="*/ 25430 w 237406"/>
                <a:gd name="connsiteY111" fmla="*/ 491771 h 1139927"/>
                <a:gd name="connsiteX112" fmla="*/ 19530 w 237406"/>
                <a:gd name="connsiteY112" fmla="*/ 462222 h 1139927"/>
                <a:gd name="connsiteX113" fmla="*/ 11901 w 237406"/>
                <a:gd name="connsiteY113" fmla="*/ 432887 h 1139927"/>
                <a:gd name="connsiteX114" fmla="*/ 5493 w 237406"/>
                <a:gd name="connsiteY114" fmla="*/ 401098 h 1139927"/>
                <a:gd name="connsiteX115" fmla="*/ 2543 w 237406"/>
                <a:gd name="connsiteY115" fmla="*/ 368669 h 1139927"/>
                <a:gd name="connsiteX116" fmla="*/ 0 w 237406"/>
                <a:gd name="connsiteY116" fmla="*/ 334746 h 1139927"/>
                <a:gd name="connsiteX117" fmla="*/ 0 w 237406"/>
                <a:gd name="connsiteY117" fmla="*/ 300076 h 1139927"/>
                <a:gd name="connsiteX118" fmla="*/ 1729 w 237406"/>
                <a:gd name="connsiteY118" fmla="*/ 265087 h 1139927"/>
                <a:gd name="connsiteX119" fmla="*/ 5493 w 237406"/>
                <a:gd name="connsiteY119" fmla="*/ 230418 h 1139927"/>
                <a:gd name="connsiteX120" fmla="*/ 11087 w 237406"/>
                <a:gd name="connsiteY120" fmla="*/ 195855 h 1139927"/>
                <a:gd name="connsiteX121" fmla="*/ 16987 w 237406"/>
                <a:gd name="connsiteY121" fmla="*/ 162466 h 1139927"/>
                <a:gd name="connsiteX122" fmla="*/ 25430 w 237406"/>
                <a:gd name="connsiteY122" fmla="*/ 130037 h 1139927"/>
                <a:gd name="connsiteX123" fmla="*/ 35601 w 237406"/>
                <a:gd name="connsiteY123" fmla="*/ 99528 h 1139927"/>
                <a:gd name="connsiteX124" fmla="*/ 46180 w 237406"/>
                <a:gd name="connsiteY124" fmla="*/ 70619 h 1139927"/>
                <a:gd name="connsiteX125" fmla="*/ 58487 w 237406"/>
                <a:gd name="connsiteY125" fmla="*/ 44484 h 1139927"/>
                <a:gd name="connsiteX126" fmla="*/ 71608 w 237406"/>
                <a:gd name="connsiteY126" fmla="*/ 20695 h 1139927"/>
                <a:gd name="connsiteX127" fmla="*/ 87374 w 237406"/>
                <a:gd name="connsiteY127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0026 w 237406"/>
                <a:gd name="connsiteY73" fmla="*/ 702834 h 1139927"/>
                <a:gd name="connsiteX74" fmla="*/ 216554 w 237406"/>
                <a:gd name="connsiteY74" fmla="*/ 729229 h 1139927"/>
                <a:gd name="connsiteX75" fmla="*/ 209841 w 237406"/>
                <a:gd name="connsiteY75" fmla="*/ 750137 h 1139927"/>
                <a:gd name="connsiteX76" fmla="*/ 205976 w 237406"/>
                <a:gd name="connsiteY76" fmla="*/ 771472 h 1139927"/>
                <a:gd name="connsiteX77" fmla="*/ 204348 w 237406"/>
                <a:gd name="connsiteY77" fmla="*/ 793981 h 1139927"/>
                <a:gd name="connsiteX78" fmla="*/ 203433 w 237406"/>
                <a:gd name="connsiteY78" fmla="*/ 816596 h 1139927"/>
                <a:gd name="connsiteX79" fmla="*/ 204348 w 237406"/>
                <a:gd name="connsiteY79" fmla="*/ 839211 h 1139927"/>
                <a:gd name="connsiteX80" fmla="*/ 205976 w 237406"/>
                <a:gd name="connsiteY80" fmla="*/ 862360 h 1139927"/>
                <a:gd name="connsiteX81" fmla="*/ 208112 w 237406"/>
                <a:gd name="connsiteY81" fmla="*/ 885294 h 1139927"/>
                <a:gd name="connsiteX82" fmla="*/ 210655 w 237406"/>
                <a:gd name="connsiteY82" fmla="*/ 907803 h 1139927"/>
                <a:gd name="connsiteX83" fmla="*/ 211061 w 237406"/>
                <a:gd name="connsiteY83" fmla="*/ 940872 h 1139927"/>
                <a:gd name="connsiteX84" fmla="*/ 208925 w 237406"/>
                <a:gd name="connsiteY84" fmla="*/ 973941 h 1139927"/>
                <a:gd name="connsiteX85" fmla="*/ 205162 w 237406"/>
                <a:gd name="connsiteY85" fmla="*/ 1005731 h 1139927"/>
                <a:gd name="connsiteX86" fmla="*/ 200483 w 237406"/>
                <a:gd name="connsiteY86" fmla="*/ 1036879 h 1139927"/>
                <a:gd name="connsiteX87" fmla="*/ 194787 w 237406"/>
                <a:gd name="connsiteY87" fmla="*/ 1139927 h 1139927"/>
                <a:gd name="connsiteX88" fmla="*/ 24209 w 237406"/>
                <a:gd name="connsiteY88" fmla="*/ 1139927 h 1139927"/>
                <a:gd name="connsiteX89" fmla="*/ 43738 w 237406"/>
                <a:gd name="connsiteY89" fmla="*/ 1098004 h 1139927"/>
                <a:gd name="connsiteX90" fmla="*/ 67845 w 237406"/>
                <a:gd name="connsiteY90" fmla="*/ 1050534 h 1139927"/>
                <a:gd name="connsiteX91" fmla="*/ 76287 w 237406"/>
                <a:gd name="connsiteY91" fmla="*/ 1033359 h 1139927"/>
                <a:gd name="connsiteX92" fmla="*/ 83509 w 237406"/>
                <a:gd name="connsiteY92" fmla="*/ 1014264 h 1139927"/>
                <a:gd name="connsiteX93" fmla="*/ 90324 w 237406"/>
                <a:gd name="connsiteY93" fmla="*/ 993036 h 1139927"/>
                <a:gd name="connsiteX94" fmla="*/ 96631 w 237406"/>
                <a:gd name="connsiteY94" fmla="*/ 970421 h 1139927"/>
                <a:gd name="connsiteX95" fmla="*/ 101717 w 237406"/>
                <a:gd name="connsiteY95" fmla="*/ 945993 h 1139927"/>
                <a:gd name="connsiteX96" fmla="*/ 105582 w 237406"/>
                <a:gd name="connsiteY96" fmla="*/ 921137 h 1139927"/>
                <a:gd name="connsiteX97" fmla="*/ 109345 w 237406"/>
                <a:gd name="connsiteY97" fmla="*/ 895109 h 1139927"/>
                <a:gd name="connsiteX98" fmla="*/ 111888 w 237406"/>
                <a:gd name="connsiteY98" fmla="*/ 868760 h 1139927"/>
                <a:gd name="connsiteX99" fmla="*/ 114024 w 237406"/>
                <a:gd name="connsiteY99" fmla="*/ 841344 h 1139927"/>
                <a:gd name="connsiteX100" fmla="*/ 114024 w 237406"/>
                <a:gd name="connsiteY100" fmla="*/ 814356 h 1139927"/>
                <a:gd name="connsiteX101" fmla="*/ 114024 w 237406"/>
                <a:gd name="connsiteY101" fmla="*/ 787687 h 1139927"/>
                <a:gd name="connsiteX102" fmla="*/ 111888 w 237406"/>
                <a:gd name="connsiteY102" fmla="*/ 760912 h 1139927"/>
                <a:gd name="connsiteX103" fmla="*/ 108938 w 237406"/>
                <a:gd name="connsiteY103" fmla="*/ 735203 h 1139927"/>
                <a:gd name="connsiteX104" fmla="*/ 105175 w 237406"/>
                <a:gd name="connsiteY104" fmla="*/ 710135 h 1139927"/>
                <a:gd name="connsiteX105" fmla="*/ 99580 w 237406"/>
                <a:gd name="connsiteY105" fmla="*/ 685919 h 1139927"/>
                <a:gd name="connsiteX106" fmla="*/ 91952 w 237406"/>
                <a:gd name="connsiteY106" fmla="*/ 663411 h 1139927"/>
                <a:gd name="connsiteX107" fmla="*/ 83509 w 237406"/>
                <a:gd name="connsiteY107" fmla="*/ 642076 h 1139927"/>
                <a:gd name="connsiteX108" fmla="*/ 73338 w 237406"/>
                <a:gd name="connsiteY108" fmla="*/ 622981 h 1139927"/>
                <a:gd name="connsiteX109" fmla="*/ 61946 w 237406"/>
                <a:gd name="connsiteY109" fmla="*/ 606127 h 1139927"/>
                <a:gd name="connsiteX110" fmla="*/ 25430 w 237406"/>
                <a:gd name="connsiteY110" fmla="*/ 491771 h 1139927"/>
                <a:gd name="connsiteX111" fmla="*/ 19530 w 237406"/>
                <a:gd name="connsiteY111" fmla="*/ 462222 h 1139927"/>
                <a:gd name="connsiteX112" fmla="*/ 11901 w 237406"/>
                <a:gd name="connsiteY112" fmla="*/ 432887 h 1139927"/>
                <a:gd name="connsiteX113" fmla="*/ 5493 w 237406"/>
                <a:gd name="connsiteY113" fmla="*/ 401098 h 1139927"/>
                <a:gd name="connsiteX114" fmla="*/ 2543 w 237406"/>
                <a:gd name="connsiteY114" fmla="*/ 368669 h 1139927"/>
                <a:gd name="connsiteX115" fmla="*/ 0 w 237406"/>
                <a:gd name="connsiteY115" fmla="*/ 334746 h 1139927"/>
                <a:gd name="connsiteX116" fmla="*/ 0 w 237406"/>
                <a:gd name="connsiteY116" fmla="*/ 300076 h 1139927"/>
                <a:gd name="connsiteX117" fmla="*/ 1729 w 237406"/>
                <a:gd name="connsiteY117" fmla="*/ 265087 h 1139927"/>
                <a:gd name="connsiteX118" fmla="*/ 5493 w 237406"/>
                <a:gd name="connsiteY118" fmla="*/ 230418 h 1139927"/>
                <a:gd name="connsiteX119" fmla="*/ 11087 w 237406"/>
                <a:gd name="connsiteY119" fmla="*/ 195855 h 1139927"/>
                <a:gd name="connsiteX120" fmla="*/ 16987 w 237406"/>
                <a:gd name="connsiteY120" fmla="*/ 162466 h 1139927"/>
                <a:gd name="connsiteX121" fmla="*/ 25430 w 237406"/>
                <a:gd name="connsiteY121" fmla="*/ 130037 h 1139927"/>
                <a:gd name="connsiteX122" fmla="*/ 35601 w 237406"/>
                <a:gd name="connsiteY122" fmla="*/ 99528 h 1139927"/>
                <a:gd name="connsiteX123" fmla="*/ 46180 w 237406"/>
                <a:gd name="connsiteY123" fmla="*/ 70619 h 1139927"/>
                <a:gd name="connsiteX124" fmla="*/ 58487 w 237406"/>
                <a:gd name="connsiteY124" fmla="*/ 44484 h 1139927"/>
                <a:gd name="connsiteX125" fmla="*/ 71608 w 237406"/>
                <a:gd name="connsiteY125" fmla="*/ 20695 h 1139927"/>
                <a:gd name="connsiteX126" fmla="*/ 87374 w 237406"/>
                <a:gd name="connsiteY126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9841 w 237406"/>
                <a:gd name="connsiteY74" fmla="*/ 750137 h 1139927"/>
                <a:gd name="connsiteX75" fmla="*/ 205976 w 237406"/>
                <a:gd name="connsiteY75" fmla="*/ 771472 h 1139927"/>
                <a:gd name="connsiteX76" fmla="*/ 204348 w 237406"/>
                <a:gd name="connsiteY76" fmla="*/ 793981 h 1139927"/>
                <a:gd name="connsiteX77" fmla="*/ 203433 w 237406"/>
                <a:gd name="connsiteY77" fmla="*/ 816596 h 1139927"/>
                <a:gd name="connsiteX78" fmla="*/ 204348 w 237406"/>
                <a:gd name="connsiteY78" fmla="*/ 839211 h 1139927"/>
                <a:gd name="connsiteX79" fmla="*/ 205976 w 237406"/>
                <a:gd name="connsiteY79" fmla="*/ 862360 h 1139927"/>
                <a:gd name="connsiteX80" fmla="*/ 208112 w 237406"/>
                <a:gd name="connsiteY80" fmla="*/ 885294 h 1139927"/>
                <a:gd name="connsiteX81" fmla="*/ 210655 w 237406"/>
                <a:gd name="connsiteY81" fmla="*/ 907803 h 1139927"/>
                <a:gd name="connsiteX82" fmla="*/ 211061 w 237406"/>
                <a:gd name="connsiteY82" fmla="*/ 940872 h 1139927"/>
                <a:gd name="connsiteX83" fmla="*/ 208925 w 237406"/>
                <a:gd name="connsiteY83" fmla="*/ 973941 h 1139927"/>
                <a:gd name="connsiteX84" fmla="*/ 205162 w 237406"/>
                <a:gd name="connsiteY84" fmla="*/ 1005731 h 1139927"/>
                <a:gd name="connsiteX85" fmla="*/ 200483 w 237406"/>
                <a:gd name="connsiteY85" fmla="*/ 1036879 h 1139927"/>
                <a:gd name="connsiteX86" fmla="*/ 194787 w 237406"/>
                <a:gd name="connsiteY86" fmla="*/ 1139927 h 1139927"/>
                <a:gd name="connsiteX87" fmla="*/ 24209 w 237406"/>
                <a:gd name="connsiteY87" fmla="*/ 1139927 h 1139927"/>
                <a:gd name="connsiteX88" fmla="*/ 43738 w 237406"/>
                <a:gd name="connsiteY88" fmla="*/ 1098004 h 1139927"/>
                <a:gd name="connsiteX89" fmla="*/ 67845 w 237406"/>
                <a:gd name="connsiteY89" fmla="*/ 1050534 h 1139927"/>
                <a:gd name="connsiteX90" fmla="*/ 76287 w 237406"/>
                <a:gd name="connsiteY90" fmla="*/ 1033359 h 1139927"/>
                <a:gd name="connsiteX91" fmla="*/ 83509 w 237406"/>
                <a:gd name="connsiteY91" fmla="*/ 1014264 h 1139927"/>
                <a:gd name="connsiteX92" fmla="*/ 90324 w 237406"/>
                <a:gd name="connsiteY92" fmla="*/ 993036 h 1139927"/>
                <a:gd name="connsiteX93" fmla="*/ 96631 w 237406"/>
                <a:gd name="connsiteY93" fmla="*/ 970421 h 1139927"/>
                <a:gd name="connsiteX94" fmla="*/ 101717 w 237406"/>
                <a:gd name="connsiteY94" fmla="*/ 945993 h 1139927"/>
                <a:gd name="connsiteX95" fmla="*/ 105582 w 237406"/>
                <a:gd name="connsiteY95" fmla="*/ 921137 h 1139927"/>
                <a:gd name="connsiteX96" fmla="*/ 109345 w 237406"/>
                <a:gd name="connsiteY96" fmla="*/ 895109 h 1139927"/>
                <a:gd name="connsiteX97" fmla="*/ 111888 w 237406"/>
                <a:gd name="connsiteY97" fmla="*/ 868760 h 1139927"/>
                <a:gd name="connsiteX98" fmla="*/ 114024 w 237406"/>
                <a:gd name="connsiteY98" fmla="*/ 841344 h 1139927"/>
                <a:gd name="connsiteX99" fmla="*/ 114024 w 237406"/>
                <a:gd name="connsiteY99" fmla="*/ 814356 h 1139927"/>
                <a:gd name="connsiteX100" fmla="*/ 114024 w 237406"/>
                <a:gd name="connsiteY100" fmla="*/ 787687 h 1139927"/>
                <a:gd name="connsiteX101" fmla="*/ 111888 w 237406"/>
                <a:gd name="connsiteY101" fmla="*/ 760912 h 1139927"/>
                <a:gd name="connsiteX102" fmla="*/ 108938 w 237406"/>
                <a:gd name="connsiteY102" fmla="*/ 735203 h 1139927"/>
                <a:gd name="connsiteX103" fmla="*/ 105175 w 237406"/>
                <a:gd name="connsiteY103" fmla="*/ 710135 h 1139927"/>
                <a:gd name="connsiteX104" fmla="*/ 99580 w 237406"/>
                <a:gd name="connsiteY104" fmla="*/ 685919 h 1139927"/>
                <a:gd name="connsiteX105" fmla="*/ 91952 w 237406"/>
                <a:gd name="connsiteY105" fmla="*/ 663411 h 1139927"/>
                <a:gd name="connsiteX106" fmla="*/ 83509 w 237406"/>
                <a:gd name="connsiteY106" fmla="*/ 642076 h 1139927"/>
                <a:gd name="connsiteX107" fmla="*/ 73338 w 237406"/>
                <a:gd name="connsiteY107" fmla="*/ 622981 h 1139927"/>
                <a:gd name="connsiteX108" fmla="*/ 61946 w 237406"/>
                <a:gd name="connsiteY108" fmla="*/ 606127 h 1139927"/>
                <a:gd name="connsiteX109" fmla="*/ 25430 w 237406"/>
                <a:gd name="connsiteY109" fmla="*/ 491771 h 1139927"/>
                <a:gd name="connsiteX110" fmla="*/ 19530 w 237406"/>
                <a:gd name="connsiteY110" fmla="*/ 462222 h 1139927"/>
                <a:gd name="connsiteX111" fmla="*/ 11901 w 237406"/>
                <a:gd name="connsiteY111" fmla="*/ 432887 h 1139927"/>
                <a:gd name="connsiteX112" fmla="*/ 5493 w 237406"/>
                <a:gd name="connsiteY112" fmla="*/ 401098 h 1139927"/>
                <a:gd name="connsiteX113" fmla="*/ 2543 w 237406"/>
                <a:gd name="connsiteY113" fmla="*/ 368669 h 1139927"/>
                <a:gd name="connsiteX114" fmla="*/ 0 w 237406"/>
                <a:gd name="connsiteY114" fmla="*/ 334746 h 1139927"/>
                <a:gd name="connsiteX115" fmla="*/ 0 w 237406"/>
                <a:gd name="connsiteY115" fmla="*/ 300076 h 1139927"/>
                <a:gd name="connsiteX116" fmla="*/ 1729 w 237406"/>
                <a:gd name="connsiteY116" fmla="*/ 265087 h 1139927"/>
                <a:gd name="connsiteX117" fmla="*/ 5493 w 237406"/>
                <a:gd name="connsiteY117" fmla="*/ 230418 h 1139927"/>
                <a:gd name="connsiteX118" fmla="*/ 11087 w 237406"/>
                <a:gd name="connsiteY118" fmla="*/ 195855 h 1139927"/>
                <a:gd name="connsiteX119" fmla="*/ 16987 w 237406"/>
                <a:gd name="connsiteY119" fmla="*/ 162466 h 1139927"/>
                <a:gd name="connsiteX120" fmla="*/ 25430 w 237406"/>
                <a:gd name="connsiteY120" fmla="*/ 130037 h 1139927"/>
                <a:gd name="connsiteX121" fmla="*/ 35601 w 237406"/>
                <a:gd name="connsiteY121" fmla="*/ 99528 h 1139927"/>
                <a:gd name="connsiteX122" fmla="*/ 46180 w 237406"/>
                <a:gd name="connsiteY122" fmla="*/ 70619 h 1139927"/>
                <a:gd name="connsiteX123" fmla="*/ 58487 w 237406"/>
                <a:gd name="connsiteY123" fmla="*/ 44484 h 1139927"/>
                <a:gd name="connsiteX124" fmla="*/ 71608 w 237406"/>
                <a:gd name="connsiteY124" fmla="*/ 20695 h 1139927"/>
                <a:gd name="connsiteX125" fmla="*/ 87374 w 237406"/>
                <a:gd name="connsiteY125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5976 w 237406"/>
                <a:gd name="connsiteY74" fmla="*/ 771472 h 1139927"/>
                <a:gd name="connsiteX75" fmla="*/ 204348 w 237406"/>
                <a:gd name="connsiteY75" fmla="*/ 793981 h 1139927"/>
                <a:gd name="connsiteX76" fmla="*/ 203433 w 237406"/>
                <a:gd name="connsiteY76" fmla="*/ 816596 h 1139927"/>
                <a:gd name="connsiteX77" fmla="*/ 204348 w 237406"/>
                <a:gd name="connsiteY77" fmla="*/ 839211 h 1139927"/>
                <a:gd name="connsiteX78" fmla="*/ 205976 w 237406"/>
                <a:gd name="connsiteY78" fmla="*/ 862360 h 1139927"/>
                <a:gd name="connsiteX79" fmla="*/ 208112 w 237406"/>
                <a:gd name="connsiteY79" fmla="*/ 885294 h 1139927"/>
                <a:gd name="connsiteX80" fmla="*/ 210655 w 237406"/>
                <a:gd name="connsiteY80" fmla="*/ 907803 h 1139927"/>
                <a:gd name="connsiteX81" fmla="*/ 211061 w 237406"/>
                <a:gd name="connsiteY81" fmla="*/ 940872 h 1139927"/>
                <a:gd name="connsiteX82" fmla="*/ 208925 w 237406"/>
                <a:gd name="connsiteY82" fmla="*/ 973941 h 1139927"/>
                <a:gd name="connsiteX83" fmla="*/ 205162 w 237406"/>
                <a:gd name="connsiteY83" fmla="*/ 1005731 h 1139927"/>
                <a:gd name="connsiteX84" fmla="*/ 200483 w 237406"/>
                <a:gd name="connsiteY84" fmla="*/ 1036879 h 1139927"/>
                <a:gd name="connsiteX85" fmla="*/ 194787 w 237406"/>
                <a:gd name="connsiteY85" fmla="*/ 1139927 h 1139927"/>
                <a:gd name="connsiteX86" fmla="*/ 24209 w 237406"/>
                <a:gd name="connsiteY86" fmla="*/ 1139927 h 1139927"/>
                <a:gd name="connsiteX87" fmla="*/ 43738 w 237406"/>
                <a:gd name="connsiteY87" fmla="*/ 1098004 h 1139927"/>
                <a:gd name="connsiteX88" fmla="*/ 67845 w 237406"/>
                <a:gd name="connsiteY88" fmla="*/ 1050534 h 1139927"/>
                <a:gd name="connsiteX89" fmla="*/ 76287 w 237406"/>
                <a:gd name="connsiteY89" fmla="*/ 1033359 h 1139927"/>
                <a:gd name="connsiteX90" fmla="*/ 83509 w 237406"/>
                <a:gd name="connsiteY90" fmla="*/ 1014264 h 1139927"/>
                <a:gd name="connsiteX91" fmla="*/ 90324 w 237406"/>
                <a:gd name="connsiteY91" fmla="*/ 993036 h 1139927"/>
                <a:gd name="connsiteX92" fmla="*/ 96631 w 237406"/>
                <a:gd name="connsiteY92" fmla="*/ 970421 h 1139927"/>
                <a:gd name="connsiteX93" fmla="*/ 101717 w 237406"/>
                <a:gd name="connsiteY93" fmla="*/ 945993 h 1139927"/>
                <a:gd name="connsiteX94" fmla="*/ 105582 w 237406"/>
                <a:gd name="connsiteY94" fmla="*/ 921137 h 1139927"/>
                <a:gd name="connsiteX95" fmla="*/ 109345 w 237406"/>
                <a:gd name="connsiteY95" fmla="*/ 895109 h 1139927"/>
                <a:gd name="connsiteX96" fmla="*/ 111888 w 237406"/>
                <a:gd name="connsiteY96" fmla="*/ 868760 h 1139927"/>
                <a:gd name="connsiteX97" fmla="*/ 114024 w 237406"/>
                <a:gd name="connsiteY97" fmla="*/ 841344 h 1139927"/>
                <a:gd name="connsiteX98" fmla="*/ 114024 w 237406"/>
                <a:gd name="connsiteY98" fmla="*/ 814356 h 1139927"/>
                <a:gd name="connsiteX99" fmla="*/ 114024 w 237406"/>
                <a:gd name="connsiteY99" fmla="*/ 787687 h 1139927"/>
                <a:gd name="connsiteX100" fmla="*/ 111888 w 237406"/>
                <a:gd name="connsiteY100" fmla="*/ 760912 h 1139927"/>
                <a:gd name="connsiteX101" fmla="*/ 108938 w 237406"/>
                <a:gd name="connsiteY101" fmla="*/ 735203 h 1139927"/>
                <a:gd name="connsiteX102" fmla="*/ 105175 w 237406"/>
                <a:gd name="connsiteY102" fmla="*/ 710135 h 1139927"/>
                <a:gd name="connsiteX103" fmla="*/ 99580 w 237406"/>
                <a:gd name="connsiteY103" fmla="*/ 685919 h 1139927"/>
                <a:gd name="connsiteX104" fmla="*/ 91952 w 237406"/>
                <a:gd name="connsiteY104" fmla="*/ 663411 h 1139927"/>
                <a:gd name="connsiteX105" fmla="*/ 83509 w 237406"/>
                <a:gd name="connsiteY105" fmla="*/ 642076 h 1139927"/>
                <a:gd name="connsiteX106" fmla="*/ 73338 w 237406"/>
                <a:gd name="connsiteY106" fmla="*/ 622981 h 1139927"/>
                <a:gd name="connsiteX107" fmla="*/ 61946 w 237406"/>
                <a:gd name="connsiteY107" fmla="*/ 606127 h 1139927"/>
                <a:gd name="connsiteX108" fmla="*/ 25430 w 237406"/>
                <a:gd name="connsiteY108" fmla="*/ 491771 h 1139927"/>
                <a:gd name="connsiteX109" fmla="*/ 19530 w 237406"/>
                <a:gd name="connsiteY109" fmla="*/ 462222 h 1139927"/>
                <a:gd name="connsiteX110" fmla="*/ 11901 w 237406"/>
                <a:gd name="connsiteY110" fmla="*/ 432887 h 1139927"/>
                <a:gd name="connsiteX111" fmla="*/ 5493 w 237406"/>
                <a:gd name="connsiteY111" fmla="*/ 401098 h 1139927"/>
                <a:gd name="connsiteX112" fmla="*/ 2543 w 237406"/>
                <a:gd name="connsiteY112" fmla="*/ 368669 h 1139927"/>
                <a:gd name="connsiteX113" fmla="*/ 0 w 237406"/>
                <a:gd name="connsiteY113" fmla="*/ 334746 h 1139927"/>
                <a:gd name="connsiteX114" fmla="*/ 0 w 237406"/>
                <a:gd name="connsiteY114" fmla="*/ 300076 h 1139927"/>
                <a:gd name="connsiteX115" fmla="*/ 1729 w 237406"/>
                <a:gd name="connsiteY115" fmla="*/ 265087 h 1139927"/>
                <a:gd name="connsiteX116" fmla="*/ 5493 w 237406"/>
                <a:gd name="connsiteY116" fmla="*/ 230418 h 1139927"/>
                <a:gd name="connsiteX117" fmla="*/ 11087 w 237406"/>
                <a:gd name="connsiteY117" fmla="*/ 195855 h 1139927"/>
                <a:gd name="connsiteX118" fmla="*/ 16987 w 237406"/>
                <a:gd name="connsiteY118" fmla="*/ 162466 h 1139927"/>
                <a:gd name="connsiteX119" fmla="*/ 25430 w 237406"/>
                <a:gd name="connsiteY119" fmla="*/ 130037 h 1139927"/>
                <a:gd name="connsiteX120" fmla="*/ 35601 w 237406"/>
                <a:gd name="connsiteY120" fmla="*/ 99528 h 1139927"/>
                <a:gd name="connsiteX121" fmla="*/ 46180 w 237406"/>
                <a:gd name="connsiteY121" fmla="*/ 70619 h 1139927"/>
                <a:gd name="connsiteX122" fmla="*/ 58487 w 237406"/>
                <a:gd name="connsiteY122" fmla="*/ 44484 h 1139927"/>
                <a:gd name="connsiteX123" fmla="*/ 71608 w 237406"/>
                <a:gd name="connsiteY123" fmla="*/ 20695 h 1139927"/>
                <a:gd name="connsiteX124" fmla="*/ 87374 w 237406"/>
                <a:gd name="connsiteY124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237406" h="1139927">
                  <a:moveTo>
                    <a:pt x="87374" y="0"/>
                  </a:moveTo>
                  <a:cubicBezTo>
                    <a:pt x="86764" y="1707"/>
                    <a:pt x="86256" y="3414"/>
                    <a:pt x="85645" y="5121"/>
                  </a:cubicBezTo>
                  <a:cubicBezTo>
                    <a:pt x="85340" y="6294"/>
                    <a:pt x="85137" y="7361"/>
                    <a:pt x="84832" y="8534"/>
                  </a:cubicBezTo>
                  <a:lnTo>
                    <a:pt x="83916" y="10774"/>
                  </a:lnTo>
                  <a:lnTo>
                    <a:pt x="83916" y="12054"/>
                  </a:lnTo>
                  <a:lnTo>
                    <a:pt x="84832" y="12695"/>
                  </a:lnTo>
                  <a:lnTo>
                    <a:pt x="84832" y="13334"/>
                  </a:lnTo>
                  <a:lnTo>
                    <a:pt x="85645" y="13334"/>
                  </a:lnTo>
                  <a:lnTo>
                    <a:pt x="85645" y="14295"/>
                  </a:lnTo>
                  <a:cubicBezTo>
                    <a:pt x="85340" y="14935"/>
                    <a:pt x="85137" y="15575"/>
                    <a:pt x="84832" y="16215"/>
                  </a:cubicBezTo>
                  <a:lnTo>
                    <a:pt x="83916" y="19095"/>
                  </a:lnTo>
                  <a:lnTo>
                    <a:pt x="82695" y="23575"/>
                  </a:lnTo>
                  <a:cubicBezTo>
                    <a:pt x="81882" y="25709"/>
                    <a:pt x="80966" y="27736"/>
                    <a:pt x="80153" y="29869"/>
                  </a:cubicBezTo>
                  <a:cubicBezTo>
                    <a:pt x="78830" y="32856"/>
                    <a:pt x="77610" y="35843"/>
                    <a:pt x="76287" y="38830"/>
                  </a:cubicBezTo>
                  <a:cubicBezTo>
                    <a:pt x="75067" y="42457"/>
                    <a:pt x="73745" y="45977"/>
                    <a:pt x="72524" y="49604"/>
                  </a:cubicBezTo>
                  <a:cubicBezTo>
                    <a:pt x="70490" y="54298"/>
                    <a:pt x="68557" y="58885"/>
                    <a:pt x="66523" y="63579"/>
                  </a:cubicBezTo>
                  <a:cubicBezTo>
                    <a:pt x="64183" y="69232"/>
                    <a:pt x="61742" y="74779"/>
                    <a:pt x="59402" y="80433"/>
                  </a:cubicBezTo>
                  <a:cubicBezTo>
                    <a:pt x="56554" y="89181"/>
                    <a:pt x="53706" y="98034"/>
                    <a:pt x="50858" y="106782"/>
                  </a:cubicBezTo>
                  <a:cubicBezTo>
                    <a:pt x="48926" y="116169"/>
                    <a:pt x="46892" y="125663"/>
                    <a:pt x="44959" y="135051"/>
                  </a:cubicBezTo>
                  <a:cubicBezTo>
                    <a:pt x="43433" y="144758"/>
                    <a:pt x="41806" y="154359"/>
                    <a:pt x="40280" y="164066"/>
                  </a:cubicBezTo>
                  <a:cubicBezTo>
                    <a:pt x="38144" y="174307"/>
                    <a:pt x="36109" y="184655"/>
                    <a:pt x="33974" y="194895"/>
                  </a:cubicBezTo>
                  <a:cubicBezTo>
                    <a:pt x="33669" y="197135"/>
                    <a:pt x="33363" y="199269"/>
                    <a:pt x="33058" y="201509"/>
                  </a:cubicBezTo>
                  <a:lnTo>
                    <a:pt x="31838" y="211430"/>
                  </a:lnTo>
                  <a:cubicBezTo>
                    <a:pt x="31532" y="214950"/>
                    <a:pt x="31227" y="218363"/>
                    <a:pt x="30922" y="221884"/>
                  </a:cubicBezTo>
                  <a:cubicBezTo>
                    <a:pt x="30617" y="225724"/>
                    <a:pt x="30413" y="229458"/>
                    <a:pt x="30109" y="233298"/>
                  </a:cubicBezTo>
                  <a:lnTo>
                    <a:pt x="30109" y="245032"/>
                  </a:lnTo>
                  <a:cubicBezTo>
                    <a:pt x="30719" y="248553"/>
                    <a:pt x="31227" y="252073"/>
                    <a:pt x="31838" y="255593"/>
                  </a:cubicBezTo>
                  <a:cubicBezTo>
                    <a:pt x="32549" y="258687"/>
                    <a:pt x="33261" y="261674"/>
                    <a:pt x="33974" y="264767"/>
                  </a:cubicBezTo>
                  <a:cubicBezTo>
                    <a:pt x="35194" y="266901"/>
                    <a:pt x="36517" y="269034"/>
                    <a:pt x="37737" y="271168"/>
                  </a:cubicBezTo>
                  <a:lnTo>
                    <a:pt x="58081" y="269888"/>
                  </a:lnTo>
                  <a:lnTo>
                    <a:pt x="78017" y="264767"/>
                  </a:lnTo>
                  <a:lnTo>
                    <a:pt x="97038" y="256553"/>
                  </a:lnTo>
                  <a:lnTo>
                    <a:pt x="116567" y="245032"/>
                  </a:lnTo>
                  <a:lnTo>
                    <a:pt x="134367" y="231698"/>
                  </a:lnTo>
                  <a:lnTo>
                    <a:pt x="151761" y="215484"/>
                  </a:lnTo>
                  <a:lnTo>
                    <a:pt x="168239" y="198309"/>
                  </a:lnTo>
                  <a:lnTo>
                    <a:pt x="183496" y="180281"/>
                  </a:lnTo>
                  <a:lnTo>
                    <a:pt x="198347" y="161186"/>
                  </a:lnTo>
                  <a:lnTo>
                    <a:pt x="211061" y="141451"/>
                  </a:lnTo>
                  <a:lnTo>
                    <a:pt x="222962" y="122356"/>
                  </a:lnTo>
                  <a:cubicBezTo>
                    <a:pt x="226217" y="116169"/>
                    <a:pt x="229472" y="110089"/>
                    <a:pt x="232727" y="103902"/>
                  </a:cubicBezTo>
                  <a:lnTo>
                    <a:pt x="237406" y="103902"/>
                  </a:lnTo>
                  <a:lnTo>
                    <a:pt x="237406" y="105822"/>
                  </a:lnTo>
                  <a:cubicBezTo>
                    <a:pt x="234863" y="112009"/>
                    <a:pt x="232320" y="118089"/>
                    <a:pt x="229777" y="124277"/>
                  </a:cubicBezTo>
                  <a:cubicBezTo>
                    <a:pt x="226929" y="130677"/>
                    <a:pt x="224081" y="136971"/>
                    <a:pt x="221233" y="143371"/>
                  </a:cubicBezTo>
                  <a:cubicBezTo>
                    <a:pt x="218182" y="149559"/>
                    <a:pt x="215028" y="155639"/>
                    <a:pt x="211977" y="161826"/>
                  </a:cubicBezTo>
                  <a:lnTo>
                    <a:pt x="202619" y="179641"/>
                  </a:lnTo>
                  <a:cubicBezTo>
                    <a:pt x="199364" y="185401"/>
                    <a:pt x="196109" y="191268"/>
                    <a:pt x="192854" y="197029"/>
                  </a:cubicBezTo>
                  <a:lnTo>
                    <a:pt x="181869" y="213243"/>
                  </a:lnTo>
                  <a:lnTo>
                    <a:pt x="170375" y="228818"/>
                  </a:lnTo>
                  <a:lnTo>
                    <a:pt x="156440" y="243112"/>
                  </a:lnTo>
                  <a:lnTo>
                    <a:pt x="141996" y="257193"/>
                  </a:lnTo>
                  <a:lnTo>
                    <a:pt x="125010" y="268608"/>
                  </a:lnTo>
                  <a:lnTo>
                    <a:pt x="105582" y="279061"/>
                  </a:lnTo>
                  <a:lnTo>
                    <a:pt x="83916" y="288342"/>
                  </a:lnTo>
                  <a:lnTo>
                    <a:pt x="61030" y="295276"/>
                  </a:lnTo>
                  <a:lnTo>
                    <a:pt x="33974" y="300076"/>
                  </a:lnTo>
                  <a:cubicBezTo>
                    <a:pt x="34279" y="311171"/>
                    <a:pt x="34482" y="322372"/>
                    <a:pt x="34788" y="333466"/>
                  </a:cubicBezTo>
                  <a:cubicBezTo>
                    <a:pt x="36008" y="344026"/>
                    <a:pt x="37330" y="354694"/>
                    <a:pt x="38551" y="365255"/>
                  </a:cubicBezTo>
                  <a:cubicBezTo>
                    <a:pt x="40687" y="375282"/>
                    <a:pt x="42823" y="385416"/>
                    <a:pt x="44959" y="395444"/>
                  </a:cubicBezTo>
                  <a:cubicBezTo>
                    <a:pt x="47807" y="404938"/>
                    <a:pt x="50553" y="414539"/>
                    <a:pt x="53402" y="424033"/>
                  </a:cubicBezTo>
                  <a:cubicBezTo>
                    <a:pt x="56962" y="433100"/>
                    <a:pt x="60420" y="442274"/>
                    <a:pt x="63980" y="451341"/>
                  </a:cubicBezTo>
                  <a:cubicBezTo>
                    <a:pt x="67845" y="460089"/>
                    <a:pt x="71608" y="468730"/>
                    <a:pt x="75474" y="477477"/>
                  </a:cubicBezTo>
                  <a:lnTo>
                    <a:pt x="88595" y="502225"/>
                  </a:lnTo>
                  <a:lnTo>
                    <a:pt x="101717" y="526334"/>
                  </a:lnTo>
                  <a:cubicBezTo>
                    <a:pt x="103039" y="528254"/>
                    <a:pt x="104259" y="530174"/>
                    <a:pt x="105582" y="532094"/>
                  </a:cubicBezTo>
                  <a:lnTo>
                    <a:pt x="108938" y="539135"/>
                  </a:lnTo>
                  <a:cubicBezTo>
                    <a:pt x="110464" y="541695"/>
                    <a:pt x="112092" y="544149"/>
                    <a:pt x="113617" y="546709"/>
                  </a:cubicBezTo>
                  <a:lnTo>
                    <a:pt x="117889" y="554710"/>
                  </a:lnTo>
                  <a:cubicBezTo>
                    <a:pt x="119720" y="557270"/>
                    <a:pt x="121551" y="559723"/>
                    <a:pt x="123382" y="562283"/>
                  </a:cubicBezTo>
                  <a:cubicBezTo>
                    <a:pt x="125518" y="564417"/>
                    <a:pt x="127552" y="566550"/>
                    <a:pt x="129689" y="568684"/>
                  </a:cubicBezTo>
                  <a:lnTo>
                    <a:pt x="134505" y="572253"/>
                  </a:lnTo>
                  <a:lnTo>
                    <a:pt x="133384" y="574141"/>
                  </a:lnTo>
                  <a:cubicBezTo>
                    <a:pt x="177965" y="639918"/>
                    <a:pt x="202163" y="664925"/>
                    <a:pt x="205976" y="771472"/>
                  </a:cubicBezTo>
                  <a:cubicBezTo>
                    <a:pt x="205467" y="778940"/>
                    <a:pt x="204857" y="786514"/>
                    <a:pt x="204348" y="793981"/>
                  </a:cubicBezTo>
                  <a:cubicBezTo>
                    <a:pt x="204043" y="801555"/>
                    <a:pt x="203738" y="809022"/>
                    <a:pt x="203433" y="816596"/>
                  </a:cubicBezTo>
                  <a:cubicBezTo>
                    <a:pt x="203738" y="824170"/>
                    <a:pt x="204043" y="831637"/>
                    <a:pt x="204348" y="839211"/>
                  </a:cubicBezTo>
                  <a:cubicBezTo>
                    <a:pt x="204857" y="846891"/>
                    <a:pt x="205467" y="854679"/>
                    <a:pt x="205976" y="862360"/>
                  </a:cubicBezTo>
                  <a:cubicBezTo>
                    <a:pt x="206687" y="870040"/>
                    <a:pt x="207400" y="877614"/>
                    <a:pt x="208112" y="885294"/>
                  </a:cubicBezTo>
                  <a:cubicBezTo>
                    <a:pt x="208925" y="892762"/>
                    <a:pt x="209841" y="900336"/>
                    <a:pt x="210655" y="907803"/>
                  </a:cubicBezTo>
                  <a:cubicBezTo>
                    <a:pt x="210756" y="918790"/>
                    <a:pt x="210960" y="929884"/>
                    <a:pt x="211061" y="940872"/>
                  </a:cubicBezTo>
                  <a:cubicBezTo>
                    <a:pt x="210349" y="951860"/>
                    <a:pt x="209637" y="962954"/>
                    <a:pt x="208925" y="973941"/>
                  </a:cubicBezTo>
                  <a:cubicBezTo>
                    <a:pt x="207705" y="984502"/>
                    <a:pt x="206383" y="995170"/>
                    <a:pt x="205162" y="1005731"/>
                  </a:cubicBezTo>
                  <a:cubicBezTo>
                    <a:pt x="203636" y="1016078"/>
                    <a:pt x="202008" y="1026532"/>
                    <a:pt x="200483" y="1036879"/>
                  </a:cubicBezTo>
                  <a:cubicBezTo>
                    <a:pt x="197330" y="1072189"/>
                    <a:pt x="197940" y="1104618"/>
                    <a:pt x="194787" y="1139927"/>
                  </a:cubicBezTo>
                  <a:lnTo>
                    <a:pt x="24209" y="1139927"/>
                  </a:lnTo>
                  <a:lnTo>
                    <a:pt x="43738" y="1098004"/>
                  </a:lnTo>
                  <a:lnTo>
                    <a:pt x="67845" y="1050534"/>
                  </a:lnTo>
                  <a:cubicBezTo>
                    <a:pt x="70693" y="1044773"/>
                    <a:pt x="73439" y="1039120"/>
                    <a:pt x="76287" y="1033359"/>
                  </a:cubicBezTo>
                  <a:cubicBezTo>
                    <a:pt x="78729" y="1026959"/>
                    <a:pt x="81068" y="1020665"/>
                    <a:pt x="83509" y="1014264"/>
                  </a:cubicBezTo>
                  <a:cubicBezTo>
                    <a:pt x="85747" y="1007224"/>
                    <a:pt x="88087" y="1000076"/>
                    <a:pt x="90324" y="993036"/>
                  </a:cubicBezTo>
                  <a:cubicBezTo>
                    <a:pt x="92461" y="985462"/>
                    <a:pt x="94495" y="977995"/>
                    <a:pt x="96631" y="970421"/>
                  </a:cubicBezTo>
                  <a:cubicBezTo>
                    <a:pt x="98360" y="962314"/>
                    <a:pt x="99988" y="954100"/>
                    <a:pt x="101717" y="945993"/>
                  </a:cubicBezTo>
                  <a:cubicBezTo>
                    <a:pt x="103039" y="937672"/>
                    <a:pt x="104259" y="929458"/>
                    <a:pt x="105582" y="921137"/>
                  </a:cubicBezTo>
                  <a:cubicBezTo>
                    <a:pt x="106802" y="912497"/>
                    <a:pt x="108125" y="903749"/>
                    <a:pt x="109345" y="895109"/>
                  </a:cubicBezTo>
                  <a:cubicBezTo>
                    <a:pt x="110159" y="886361"/>
                    <a:pt x="111075" y="877507"/>
                    <a:pt x="111888" y="868760"/>
                  </a:cubicBezTo>
                  <a:cubicBezTo>
                    <a:pt x="112600" y="859586"/>
                    <a:pt x="113312" y="850519"/>
                    <a:pt x="114024" y="841344"/>
                  </a:cubicBezTo>
                  <a:lnTo>
                    <a:pt x="114024" y="814356"/>
                  </a:lnTo>
                  <a:lnTo>
                    <a:pt x="114024" y="787687"/>
                  </a:lnTo>
                  <a:cubicBezTo>
                    <a:pt x="113312" y="778726"/>
                    <a:pt x="112600" y="769872"/>
                    <a:pt x="111888" y="760912"/>
                  </a:cubicBezTo>
                  <a:cubicBezTo>
                    <a:pt x="110871" y="752377"/>
                    <a:pt x="109955" y="743737"/>
                    <a:pt x="108938" y="735203"/>
                  </a:cubicBezTo>
                  <a:cubicBezTo>
                    <a:pt x="107718" y="726882"/>
                    <a:pt x="106396" y="718455"/>
                    <a:pt x="105175" y="710135"/>
                  </a:cubicBezTo>
                  <a:cubicBezTo>
                    <a:pt x="103344" y="702027"/>
                    <a:pt x="101411" y="694027"/>
                    <a:pt x="99580" y="685919"/>
                  </a:cubicBezTo>
                  <a:cubicBezTo>
                    <a:pt x="97038" y="678452"/>
                    <a:pt x="94495" y="670878"/>
                    <a:pt x="91952" y="663411"/>
                  </a:cubicBezTo>
                  <a:cubicBezTo>
                    <a:pt x="89104" y="656264"/>
                    <a:pt x="86357" y="649223"/>
                    <a:pt x="83509" y="642076"/>
                  </a:cubicBezTo>
                  <a:cubicBezTo>
                    <a:pt x="80153" y="635676"/>
                    <a:pt x="76695" y="629382"/>
                    <a:pt x="73338" y="622981"/>
                  </a:cubicBezTo>
                  <a:cubicBezTo>
                    <a:pt x="69574" y="617327"/>
                    <a:pt x="65709" y="611780"/>
                    <a:pt x="61946" y="606127"/>
                  </a:cubicBezTo>
                  <a:cubicBezTo>
                    <a:pt x="47620" y="569040"/>
                    <a:pt x="29963" y="538582"/>
                    <a:pt x="25430" y="491771"/>
                  </a:cubicBezTo>
                  <a:cubicBezTo>
                    <a:pt x="23023" y="472285"/>
                    <a:pt x="21785" y="472036"/>
                    <a:pt x="19530" y="462222"/>
                  </a:cubicBezTo>
                  <a:cubicBezTo>
                    <a:pt x="16987" y="452408"/>
                    <a:pt x="14444" y="442701"/>
                    <a:pt x="11901" y="432887"/>
                  </a:cubicBezTo>
                  <a:cubicBezTo>
                    <a:pt x="9765" y="422326"/>
                    <a:pt x="7629" y="411658"/>
                    <a:pt x="5493" y="401098"/>
                  </a:cubicBezTo>
                  <a:cubicBezTo>
                    <a:pt x="4476" y="390323"/>
                    <a:pt x="3560" y="379443"/>
                    <a:pt x="2543" y="368669"/>
                  </a:cubicBezTo>
                  <a:cubicBezTo>
                    <a:pt x="1729" y="357361"/>
                    <a:pt x="814" y="346053"/>
                    <a:pt x="0" y="334746"/>
                  </a:cubicBezTo>
                  <a:lnTo>
                    <a:pt x="0" y="300076"/>
                  </a:lnTo>
                  <a:cubicBezTo>
                    <a:pt x="610" y="288449"/>
                    <a:pt x="1119" y="276715"/>
                    <a:pt x="1729" y="265087"/>
                  </a:cubicBezTo>
                  <a:cubicBezTo>
                    <a:pt x="2950" y="253566"/>
                    <a:pt x="4272" y="241939"/>
                    <a:pt x="5493" y="230418"/>
                  </a:cubicBezTo>
                  <a:cubicBezTo>
                    <a:pt x="7324" y="218897"/>
                    <a:pt x="9256" y="207376"/>
                    <a:pt x="11087" y="195855"/>
                  </a:cubicBezTo>
                  <a:cubicBezTo>
                    <a:pt x="13020" y="184761"/>
                    <a:pt x="15055" y="173560"/>
                    <a:pt x="16987" y="162466"/>
                  </a:cubicBezTo>
                  <a:cubicBezTo>
                    <a:pt x="19835" y="151692"/>
                    <a:pt x="22582" y="140811"/>
                    <a:pt x="25430" y="130037"/>
                  </a:cubicBezTo>
                  <a:cubicBezTo>
                    <a:pt x="28786" y="119903"/>
                    <a:pt x="32244" y="109662"/>
                    <a:pt x="35601" y="99528"/>
                  </a:cubicBezTo>
                  <a:cubicBezTo>
                    <a:pt x="39161" y="89927"/>
                    <a:pt x="42619" y="80220"/>
                    <a:pt x="46180" y="70619"/>
                  </a:cubicBezTo>
                  <a:cubicBezTo>
                    <a:pt x="50248" y="61872"/>
                    <a:pt x="54419" y="53231"/>
                    <a:pt x="58487" y="44484"/>
                  </a:cubicBezTo>
                  <a:lnTo>
                    <a:pt x="71608" y="20695"/>
                  </a:lnTo>
                  <a:lnTo>
                    <a:pt x="873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 dirty="0"/>
            </a:p>
          </p:txBody>
        </p:sp>
        <p:grpSp>
          <p:nvGrpSpPr>
            <p:cNvPr id="53" name="그룹 126">
              <a:extLst>
                <a:ext uri="{FF2B5EF4-FFF2-40B4-BE49-F238E27FC236}">
                  <a16:creationId xmlns:a16="http://schemas.microsoft.com/office/drawing/2014/main" id="{E06E2ED9-4AF4-4DCF-B19F-DCAD2302DB23}"/>
                </a:ext>
              </a:extLst>
            </p:cNvPr>
            <p:cNvGrpSpPr/>
            <p:nvPr/>
          </p:nvGrpSpPr>
          <p:grpSpPr>
            <a:xfrm>
              <a:off x="4041120" y="3338087"/>
              <a:ext cx="438446" cy="438446"/>
              <a:chOff x="2460435" y="1380960"/>
              <a:chExt cx="914400" cy="914400"/>
            </a:xfrm>
            <a:grpFill/>
          </p:grpSpPr>
          <p:sp>
            <p:nvSpPr>
              <p:cNvPr id="58" name="타원 127">
                <a:extLst>
                  <a:ext uri="{FF2B5EF4-FFF2-40B4-BE49-F238E27FC236}">
                    <a16:creationId xmlns:a16="http://schemas.microsoft.com/office/drawing/2014/main" id="{1112C637-65F2-4A94-AA63-321F0E93331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타원 128">
                <a:extLst>
                  <a:ext uri="{FF2B5EF4-FFF2-40B4-BE49-F238E27FC236}">
                    <a16:creationId xmlns:a16="http://schemas.microsoft.com/office/drawing/2014/main" id="{5B16A2F5-0C00-48FE-B727-057F98C1FC79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Block Arc 11">
                <a:extLst>
                  <a:ext uri="{FF2B5EF4-FFF2-40B4-BE49-F238E27FC236}">
                    <a16:creationId xmlns:a16="http://schemas.microsoft.com/office/drawing/2014/main" id="{7BF3A747-80F9-498C-A08C-57D752468A64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" name="그룹 130">
              <a:extLst>
                <a:ext uri="{FF2B5EF4-FFF2-40B4-BE49-F238E27FC236}">
                  <a16:creationId xmlns:a16="http://schemas.microsoft.com/office/drawing/2014/main" id="{B93867EC-A978-4B89-BE65-6DC471D3958A}"/>
                </a:ext>
              </a:extLst>
            </p:cNvPr>
            <p:cNvGrpSpPr/>
            <p:nvPr/>
          </p:nvGrpSpPr>
          <p:grpSpPr>
            <a:xfrm>
              <a:off x="4355615" y="3651586"/>
              <a:ext cx="438446" cy="438446"/>
              <a:chOff x="2460435" y="1380960"/>
              <a:chExt cx="914400" cy="914400"/>
            </a:xfrm>
            <a:grpFill/>
          </p:grpSpPr>
          <p:sp>
            <p:nvSpPr>
              <p:cNvPr id="55" name="타원 131">
                <a:extLst>
                  <a:ext uri="{FF2B5EF4-FFF2-40B4-BE49-F238E27FC236}">
                    <a16:creationId xmlns:a16="http://schemas.microsoft.com/office/drawing/2014/main" id="{46D13C7B-2F90-4DBA-9184-D662610F8D0A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타원 132">
                <a:extLst>
                  <a:ext uri="{FF2B5EF4-FFF2-40B4-BE49-F238E27FC236}">
                    <a16:creationId xmlns:a16="http://schemas.microsoft.com/office/drawing/2014/main" id="{B647EC25-FDF3-49CE-ADE2-9F9F04DF174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Block Arc 11">
                <a:extLst>
                  <a:ext uri="{FF2B5EF4-FFF2-40B4-BE49-F238E27FC236}">
                    <a16:creationId xmlns:a16="http://schemas.microsoft.com/office/drawing/2014/main" id="{CCABC306-A788-4695-876B-36FF1E0CA75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B301068-FB70-4A27-9D24-5A418C2344B0}"/>
              </a:ext>
            </a:extLst>
          </p:cNvPr>
          <p:cNvGrpSpPr/>
          <p:nvPr/>
        </p:nvGrpSpPr>
        <p:grpSpPr>
          <a:xfrm rot="1316684">
            <a:off x="9048" y="3047674"/>
            <a:ext cx="3983752" cy="1682309"/>
            <a:chOff x="696989" y="3116323"/>
            <a:chExt cx="2391245" cy="1009805"/>
          </a:xfrm>
        </p:grpSpPr>
        <p:grpSp>
          <p:nvGrpSpPr>
            <p:cNvPr id="62" name="그룹 13">
              <a:extLst>
                <a:ext uri="{FF2B5EF4-FFF2-40B4-BE49-F238E27FC236}">
                  <a16:creationId xmlns:a16="http://schemas.microsoft.com/office/drawing/2014/main" id="{89D045B9-6B3C-4E80-A67A-2B3BB52D8022}"/>
                </a:ext>
              </a:extLst>
            </p:cNvPr>
            <p:cNvGrpSpPr/>
            <p:nvPr/>
          </p:nvGrpSpPr>
          <p:grpSpPr>
            <a:xfrm rot="20829850">
              <a:off x="696989" y="3239648"/>
              <a:ext cx="1591270" cy="871586"/>
              <a:chOff x="2380909" y="2446766"/>
              <a:chExt cx="2745257" cy="1503659"/>
            </a:xfrm>
          </p:grpSpPr>
          <p:sp>
            <p:nvSpPr>
              <p:cNvPr id="68" name="자유형: 도형 19">
                <a:extLst>
                  <a:ext uri="{FF2B5EF4-FFF2-40B4-BE49-F238E27FC236}">
                    <a16:creationId xmlns:a16="http://schemas.microsoft.com/office/drawing/2014/main" id="{586F7E49-FF97-4AA8-82BC-849F111D416B}"/>
                  </a:ext>
                </a:extLst>
              </p:cNvPr>
              <p:cNvSpPr/>
              <p:nvPr/>
            </p:nvSpPr>
            <p:spPr>
              <a:xfrm rot="1231697">
                <a:off x="3121386" y="2561926"/>
                <a:ext cx="2004780" cy="1388499"/>
              </a:xfrm>
              <a:custGeom>
                <a:avLst/>
                <a:gdLst>
                  <a:gd name="connsiteX0" fmla="*/ 679840 w 2951501"/>
                  <a:gd name="connsiteY0" fmla="*/ 1516490 h 1616735"/>
                  <a:gd name="connsiteX1" fmla="*/ 1817700 w 2951501"/>
                  <a:gd name="connsiteY1" fmla="*/ 1516490 h 1616735"/>
                  <a:gd name="connsiteX2" fmla="*/ 1817700 w 2951501"/>
                  <a:gd name="connsiteY2" fmla="*/ 1567623 h 1616735"/>
                  <a:gd name="connsiteX3" fmla="*/ 1774636 w 2951501"/>
                  <a:gd name="connsiteY3" fmla="*/ 1616735 h 1616735"/>
                  <a:gd name="connsiteX4" fmla="*/ 722905 w 2951501"/>
                  <a:gd name="connsiteY4" fmla="*/ 1616735 h 1616735"/>
                  <a:gd name="connsiteX5" fmla="*/ 679840 w 2951501"/>
                  <a:gd name="connsiteY5" fmla="*/ 1567623 h 1616735"/>
                  <a:gd name="connsiteX6" fmla="*/ 679840 w 2951501"/>
                  <a:gd name="connsiteY6" fmla="*/ 1407500 h 1616735"/>
                  <a:gd name="connsiteX7" fmla="*/ 1817700 w 2951501"/>
                  <a:gd name="connsiteY7" fmla="*/ 1407500 h 1616735"/>
                  <a:gd name="connsiteX8" fmla="*/ 1817700 w 2951501"/>
                  <a:gd name="connsiteY8" fmla="*/ 1472848 h 1616735"/>
                  <a:gd name="connsiteX9" fmla="*/ 679840 w 2951501"/>
                  <a:gd name="connsiteY9" fmla="*/ 1472848 h 1616735"/>
                  <a:gd name="connsiteX10" fmla="*/ 1817700 w 2951501"/>
                  <a:gd name="connsiteY10" fmla="*/ 611112 h 1616735"/>
                  <a:gd name="connsiteX11" fmla="*/ 1817700 w 2951501"/>
                  <a:gd name="connsiteY11" fmla="*/ 973623 h 1616735"/>
                  <a:gd name="connsiteX12" fmla="*/ 2224001 w 2951501"/>
                  <a:gd name="connsiteY12" fmla="*/ 611112 h 1616735"/>
                  <a:gd name="connsiteX13" fmla="*/ 449189 w 2951501"/>
                  <a:gd name="connsiteY13" fmla="*/ 386587 h 1616735"/>
                  <a:gd name="connsiteX14" fmla="*/ 239392 w 2951501"/>
                  <a:gd name="connsiteY14" fmla="*/ 437793 h 1616735"/>
                  <a:gd name="connsiteX15" fmla="*/ 127717 w 2951501"/>
                  <a:gd name="connsiteY15" fmla="*/ 563345 h 1616735"/>
                  <a:gd name="connsiteX16" fmla="*/ 119224 w 2951501"/>
                  <a:gd name="connsiteY16" fmla="*/ 813828 h 1616735"/>
                  <a:gd name="connsiteX17" fmla="*/ 118041 w 2951501"/>
                  <a:gd name="connsiteY17" fmla="*/ 814226 h 1616735"/>
                  <a:gd name="connsiteX18" fmla="*/ 156579 w 2951501"/>
                  <a:gd name="connsiteY18" fmla="*/ 873845 h 1616735"/>
                  <a:gd name="connsiteX19" fmla="*/ 319223 w 2951501"/>
                  <a:gd name="connsiteY19" fmla="*/ 1023753 h 1616735"/>
                  <a:gd name="connsiteX20" fmla="*/ 318718 w 2951501"/>
                  <a:gd name="connsiteY20" fmla="*/ 1024809 h 1616735"/>
                  <a:gd name="connsiteX21" fmla="*/ 679840 w 2951501"/>
                  <a:gd name="connsiteY21" fmla="*/ 1198510 h 1616735"/>
                  <a:gd name="connsiteX22" fmla="*/ 679840 w 2951501"/>
                  <a:gd name="connsiteY22" fmla="*/ 494818 h 1616735"/>
                  <a:gd name="connsiteX23" fmla="*/ 613050 w 2951501"/>
                  <a:gd name="connsiteY23" fmla="*/ 439426 h 1616735"/>
                  <a:gd name="connsiteX24" fmla="*/ 522606 w 2951501"/>
                  <a:gd name="connsiteY24" fmla="*/ 399416 h 1616735"/>
                  <a:gd name="connsiteX25" fmla="*/ 449189 w 2951501"/>
                  <a:gd name="connsiteY25" fmla="*/ 386587 h 1616735"/>
                  <a:gd name="connsiteX26" fmla="*/ 2556092 w 2951501"/>
                  <a:gd name="connsiteY26" fmla="*/ 0 h 1616735"/>
                  <a:gd name="connsiteX27" fmla="*/ 2951501 w 2951501"/>
                  <a:gd name="connsiteY27" fmla="*/ 404658 h 1616735"/>
                  <a:gd name="connsiteX28" fmla="*/ 2608538 w 2951501"/>
                  <a:gd name="connsiteY28" fmla="*/ 418986 h 1616735"/>
                  <a:gd name="connsiteX29" fmla="*/ 2606605 w 2951501"/>
                  <a:gd name="connsiteY29" fmla="*/ 417008 h 1616735"/>
                  <a:gd name="connsiteX30" fmla="*/ 1820087 w 2951501"/>
                  <a:gd name="connsiteY30" fmla="*/ 1344294 h 1616735"/>
                  <a:gd name="connsiteX31" fmla="*/ 1817700 w 2951501"/>
                  <a:gd name="connsiteY31" fmla="*/ 1341966 h 1616735"/>
                  <a:gd name="connsiteX32" fmla="*/ 1817700 w 2951501"/>
                  <a:gd name="connsiteY32" fmla="*/ 1363858 h 1616735"/>
                  <a:gd name="connsiteX33" fmla="*/ 679840 w 2951501"/>
                  <a:gd name="connsiteY33" fmla="*/ 1363858 h 1616735"/>
                  <a:gd name="connsiteX34" fmla="*/ 679840 w 2951501"/>
                  <a:gd name="connsiteY34" fmla="*/ 1307744 h 1616735"/>
                  <a:gd name="connsiteX35" fmla="*/ 268830 w 2951501"/>
                  <a:gd name="connsiteY35" fmla="*/ 1110047 h 1616735"/>
                  <a:gd name="connsiteX36" fmla="*/ 270209 w 2951501"/>
                  <a:gd name="connsiteY36" fmla="*/ 1107180 h 1616735"/>
                  <a:gd name="connsiteX37" fmla="*/ 198248 w 2951501"/>
                  <a:gd name="connsiteY37" fmla="*/ 1056644 h 1616735"/>
                  <a:gd name="connsiteX38" fmla="*/ 55623 w 2951501"/>
                  <a:gd name="connsiteY38" fmla="*/ 898485 h 1616735"/>
                  <a:gd name="connsiteX39" fmla="*/ 1591 w 2951501"/>
                  <a:gd name="connsiteY39" fmla="*/ 738051 h 1616735"/>
                  <a:gd name="connsiteX40" fmla="*/ 88988 w 2951501"/>
                  <a:gd name="connsiteY40" fmla="*/ 428893 h 1616735"/>
                  <a:gd name="connsiteX41" fmla="*/ 91156 w 2951501"/>
                  <a:gd name="connsiteY41" fmla="*/ 430488 h 1616735"/>
                  <a:gd name="connsiteX42" fmla="*/ 424588 w 2951501"/>
                  <a:gd name="connsiteY42" fmla="*/ 285218 h 1616735"/>
                  <a:gd name="connsiteX43" fmla="*/ 550151 w 2951501"/>
                  <a:gd name="connsiteY43" fmla="*/ 302724 h 1616735"/>
                  <a:gd name="connsiteX44" fmla="*/ 666090 w 2951501"/>
                  <a:gd name="connsiteY44" fmla="*/ 354013 h 1616735"/>
                  <a:gd name="connsiteX45" fmla="*/ 690060 w 2951501"/>
                  <a:gd name="connsiteY45" fmla="*/ 373892 h 1616735"/>
                  <a:gd name="connsiteX46" fmla="*/ 692454 w 2951501"/>
                  <a:gd name="connsiteY46" fmla="*/ 367302 h 1616735"/>
                  <a:gd name="connsiteX47" fmla="*/ 722905 w 2951501"/>
                  <a:gd name="connsiteY47" fmla="*/ 352917 h 1616735"/>
                  <a:gd name="connsiteX48" fmla="*/ 1774636 w 2951501"/>
                  <a:gd name="connsiteY48" fmla="*/ 352917 h 1616735"/>
                  <a:gd name="connsiteX49" fmla="*/ 1817700 w 2951501"/>
                  <a:gd name="connsiteY49" fmla="*/ 402029 h 1616735"/>
                  <a:gd name="connsiteX50" fmla="*/ 1817700 w 2951501"/>
                  <a:gd name="connsiteY50" fmla="*/ 525619 h 1616735"/>
                  <a:gd name="connsiteX51" fmla="*/ 2319822 w 2951501"/>
                  <a:gd name="connsiteY51" fmla="*/ 525619 h 1616735"/>
                  <a:gd name="connsiteX52" fmla="*/ 2530110 w 2951501"/>
                  <a:gd name="connsiteY52" fmla="*/ 337995 h 1616735"/>
                  <a:gd name="connsiteX53" fmla="*/ 2533895 w 2951501"/>
                  <a:gd name="connsiteY53" fmla="*/ 341686 h 1616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951501" h="1616735">
                    <a:moveTo>
                      <a:pt x="679840" y="1516490"/>
                    </a:moveTo>
                    <a:lnTo>
                      <a:pt x="1817700" y="1516490"/>
                    </a:lnTo>
                    <a:lnTo>
                      <a:pt x="1817700" y="1567623"/>
                    </a:lnTo>
                    <a:cubicBezTo>
                      <a:pt x="1817700" y="1594747"/>
                      <a:pt x="1798420" y="1616735"/>
                      <a:pt x="1774636" y="1616735"/>
                    </a:cubicBezTo>
                    <a:lnTo>
                      <a:pt x="722905" y="1616735"/>
                    </a:lnTo>
                    <a:cubicBezTo>
                      <a:pt x="699121" y="1616735"/>
                      <a:pt x="679840" y="1594747"/>
                      <a:pt x="679840" y="1567623"/>
                    </a:cubicBezTo>
                    <a:close/>
                    <a:moveTo>
                      <a:pt x="679840" y="1407500"/>
                    </a:moveTo>
                    <a:lnTo>
                      <a:pt x="1817700" y="1407500"/>
                    </a:lnTo>
                    <a:lnTo>
                      <a:pt x="1817700" y="1472848"/>
                    </a:lnTo>
                    <a:lnTo>
                      <a:pt x="679840" y="1472848"/>
                    </a:lnTo>
                    <a:close/>
                    <a:moveTo>
                      <a:pt x="1817700" y="611112"/>
                    </a:moveTo>
                    <a:lnTo>
                      <a:pt x="1817700" y="973623"/>
                    </a:lnTo>
                    <a:lnTo>
                      <a:pt x="2224001" y="611112"/>
                    </a:lnTo>
                    <a:close/>
                    <a:moveTo>
                      <a:pt x="449189" y="386587"/>
                    </a:moveTo>
                    <a:cubicBezTo>
                      <a:pt x="375505" y="381552"/>
                      <a:pt x="302157" y="399580"/>
                      <a:pt x="239392" y="437793"/>
                    </a:cubicBezTo>
                    <a:cubicBezTo>
                      <a:pt x="191686" y="474403"/>
                      <a:pt x="154461" y="503154"/>
                      <a:pt x="127717" y="563345"/>
                    </a:cubicBezTo>
                    <a:cubicBezTo>
                      <a:pt x="95043" y="642185"/>
                      <a:pt x="91358" y="731154"/>
                      <a:pt x="119224" y="813828"/>
                    </a:cubicBezTo>
                    <a:lnTo>
                      <a:pt x="118041" y="814226"/>
                    </a:lnTo>
                    <a:lnTo>
                      <a:pt x="156579" y="873845"/>
                    </a:lnTo>
                    <a:cubicBezTo>
                      <a:pt x="200043" y="932336"/>
                      <a:pt x="255879" y="983997"/>
                      <a:pt x="319223" y="1023753"/>
                    </a:cubicBezTo>
                    <a:lnTo>
                      <a:pt x="318718" y="1024809"/>
                    </a:lnTo>
                    <a:lnTo>
                      <a:pt x="679840" y="1198510"/>
                    </a:lnTo>
                    <a:lnTo>
                      <a:pt x="679840" y="494818"/>
                    </a:lnTo>
                    <a:lnTo>
                      <a:pt x="613050" y="439426"/>
                    </a:lnTo>
                    <a:cubicBezTo>
                      <a:pt x="585307" y="422195"/>
                      <a:pt x="554948" y="408629"/>
                      <a:pt x="522606" y="399416"/>
                    </a:cubicBezTo>
                    <a:cubicBezTo>
                      <a:pt x="498349" y="392506"/>
                      <a:pt x="473751" y="388265"/>
                      <a:pt x="449189" y="386587"/>
                    </a:cubicBezTo>
                    <a:close/>
                    <a:moveTo>
                      <a:pt x="2556092" y="0"/>
                    </a:moveTo>
                    <a:lnTo>
                      <a:pt x="2951501" y="404658"/>
                    </a:lnTo>
                    <a:lnTo>
                      <a:pt x="2608538" y="418986"/>
                    </a:lnTo>
                    <a:lnTo>
                      <a:pt x="2606605" y="417008"/>
                    </a:lnTo>
                    <a:lnTo>
                      <a:pt x="1820087" y="1344294"/>
                    </a:lnTo>
                    <a:lnTo>
                      <a:pt x="1817700" y="1341966"/>
                    </a:lnTo>
                    <a:lnTo>
                      <a:pt x="1817700" y="1363858"/>
                    </a:lnTo>
                    <a:lnTo>
                      <a:pt x="679840" y="1363858"/>
                    </a:lnTo>
                    <a:lnTo>
                      <a:pt x="679840" y="1307744"/>
                    </a:lnTo>
                    <a:lnTo>
                      <a:pt x="268830" y="1110047"/>
                    </a:lnTo>
                    <a:lnTo>
                      <a:pt x="270209" y="1107180"/>
                    </a:lnTo>
                    <a:lnTo>
                      <a:pt x="198248" y="1056644"/>
                    </a:lnTo>
                    <a:cubicBezTo>
                      <a:pt x="142291" y="1011239"/>
                      <a:pt x="93777" y="957478"/>
                      <a:pt x="55623" y="898485"/>
                    </a:cubicBezTo>
                    <a:cubicBezTo>
                      <a:pt x="27132" y="847625"/>
                      <a:pt x="9121" y="802009"/>
                      <a:pt x="1591" y="738051"/>
                    </a:cubicBezTo>
                    <a:cubicBezTo>
                      <a:pt x="-7531" y="629033"/>
                      <a:pt x="22695" y="518961"/>
                      <a:pt x="88988" y="428893"/>
                    </a:cubicBezTo>
                    <a:lnTo>
                      <a:pt x="91156" y="430488"/>
                    </a:lnTo>
                    <a:cubicBezTo>
                      <a:pt x="162999" y="345385"/>
                      <a:pt x="305583" y="286481"/>
                      <a:pt x="424588" y="285218"/>
                    </a:cubicBezTo>
                    <a:cubicBezTo>
                      <a:pt x="466453" y="285186"/>
                      <a:pt x="508692" y="290914"/>
                      <a:pt x="550151" y="302724"/>
                    </a:cubicBezTo>
                    <a:cubicBezTo>
                      <a:pt x="591610" y="314534"/>
                      <a:pt x="630526" y="331925"/>
                      <a:pt x="666090" y="354013"/>
                    </a:cubicBezTo>
                    <a:lnTo>
                      <a:pt x="690060" y="373892"/>
                    </a:lnTo>
                    <a:lnTo>
                      <a:pt x="692454" y="367302"/>
                    </a:lnTo>
                    <a:cubicBezTo>
                      <a:pt x="700247" y="358414"/>
                      <a:pt x="711013" y="352917"/>
                      <a:pt x="722905" y="352917"/>
                    </a:cubicBezTo>
                    <a:lnTo>
                      <a:pt x="1774636" y="352917"/>
                    </a:lnTo>
                    <a:cubicBezTo>
                      <a:pt x="1798420" y="352917"/>
                      <a:pt x="1817700" y="374905"/>
                      <a:pt x="1817700" y="402029"/>
                    </a:cubicBezTo>
                    <a:lnTo>
                      <a:pt x="1817700" y="525619"/>
                    </a:lnTo>
                    <a:lnTo>
                      <a:pt x="2319822" y="525619"/>
                    </a:lnTo>
                    <a:lnTo>
                      <a:pt x="2530110" y="337995"/>
                    </a:lnTo>
                    <a:lnTo>
                      <a:pt x="2533895" y="3416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9" name="자유형: 도형 20">
                <a:extLst>
                  <a:ext uri="{FF2B5EF4-FFF2-40B4-BE49-F238E27FC236}">
                    <a16:creationId xmlns:a16="http://schemas.microsoft.com/office/drawing/2014/main" id="{D07CE89A-E195-4C5B-9C92-0877C2548B4E}"/>
                  </a:ext>
                </a:extLst>
              </p:cNvPr>
              <p:cNvSpPr/>
              <p:nvPr/>
            </p:nvSpPr>
            <p:spPr>
              <a:xfrm rot="6382074">
                <a:off x="2673354" y="2332594"/>
                <a:ext cx="683006" cy="911350"/>
              </a:xfrm>
              <a:custGeom>
                <a:avLst/>
                <a:gdLst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45990 w 852117"/>
                  <a:gd name="connsiteY6" fmla="*/ 68978 h 913021"/>
                  <a:gd name="connsiteX7" fmla="*/ 454992 w 852117"/>
                  <a:gd name="connsiteY7" fmla="*/ 231624 h 913021"/>
                  <a:gd name="connsiteX8" fmla="*/ 452843 w 852117"/>
                  <a:gd name="connsiteY8" fmla="*/ 13725 h 913021"/>
                  <a:gd name="connsiteX9" fmla="*/ 562280 w 852117"/>
                  <a:gd name="connsiteY9" fmla="*/ 38587 h 913021"/>
                  <a:gd name="connsiteX10" fmla="*/ 591089 w 852117"/>
                  <a:gd name="connsiteY10" fmla="*/ 223958 h 913021"/>
                  <a:gd name="connsiteX11" fmla="*/ 574101 w 852117"/>
                  <a:gd name="connsiteY11" fmla="*/ 39172 h 913021"/>
                  <a:gd name="connsiteX12" fmla="*/ 703090 w 852117"/>
                  <a:gd name="connsiteY12" fmla="*/ 62958 h 913021"/>
                  <a:gd name="connsiteX13" fmla="*/ 709880 w 852117"/>
                  <a:gd name="connsiteY13" fmla="*/ 237369 h 913021"/>
                  <a:gd name="connsiteX14" fmla="*/ 714239 w 852117"/>
                  <a:gd name="connsiteY14" fmla="*/ 69553 h 913021"/>
                  <a:gd name="connsiteX15" fmla="*/ 822235 w 852117"/>
                  <a:gd name="connsiteY15" fmla="*/ 87329 h 913021"/>
                  <a:gd name="connsiteX16" fmla="*/ 851404 w 852117"/>
                  <a:gd name="connsiteY16" fmla="*/ 326326 h 913021"/>
                  <a:gd name="connsiteX17" fmla="*/ 762365 w 852117"/>
                  <a:gd name="connsiteY17" fmla="*/ 809335 h 913021"/>
                  <a:gd name="connsiteX18" fmla="*/ 751654 w 852117"/>
                  <a:gd name="connsiteY18" fmla="*/ 912259 h 913021"/>
                  <a:gd name="connsiteX19" fmla="*/ 380634 w 852117"/>
                  <a:gd name="connsiteY19" fmla="*/ 913021 h 913021"/>
                  <a:gd name="connsiteX20" fmla="*/ 361777 w 852117"/>
                  <a:gd name="connsiteY20" fmla="*/ 780857 h 913021"/>
                  <a:gd name="connsiteX21" fmla="*/ 259790 w 852117"/>
                  <a:gd name="connsiteY21" fmla="*/ 654805 h 913021"/>
                  <a:gd name="connsiteX22" fmla="*/ 127442 w 852117"/>
                  <a:gd name="connsiteY22" fmla="*/ 467151 h 913021"/>
                  <a:gd name="connsiteX23" fmla="*/ 0 w 852117"/>
                  <a:gd name="connsiteY23" fmla="*/ 226050 h 913021"/>
                  <a:gd name="connsiteX0" fmla="*/ 0 w 852117"/>
                  <a:gd name="connsiteY0" fmla="*/ 226050 h 913021"/>
                  <a:gd name="connsiteX1" fmla="*/ 235595 w 852117"/>
                  <a:gd name="connsiteY1" fmla="*/ 373156 h 913021"/>
                  <a:gd name="connsiteX2" fmla="*/ 311282 w 852117"/>
                  <a:gd name="connsiteY2" fmla="*/ 397996 h 913021"/>
                  <a:gd name="connsiteX3" fmla="*/ 331029 w 852117"/>
                  <a:gd name="connsiteY3" fmla="*/ 139667 h 913021"/>
                  <a:gd name="connsiteX4" fmla="*/ 328134 w 852117"/>
                  <a:gd name="connsiteY4" fmla="*/ 7546 h 913021"/>
                  <a:gd name="connsiteX5" fmla="*/ 443295 w 852117"/>
                  <a:gd name="connsiteY5" fmla="*/ 0 h 913021"/>
                  <a:gd name="connsiteX6" fmla="*/ 454992 w 852117"/>
                  <a:gd name="connsiteY6" fmla="*/ 231624 h 913021"/>
                  <a:gd name="connsiteX7" fmla="*/ 452843 w 852117"/>
                  <a:gd name="connsiteY7" fmla="*/ 13725 h 913021"/>
                  <a:gd name="connsiteX8" fmla="*/ 562280 w 852117"/>
                  <a:gd name="connsiteY8" fmla="*/ 38587 h 913021"/>
                  <a:gd name="connsiteX9" fmla="*/ 591089 w 852117"/>
                  <a:gd name="connsiteY9" fmla="*/ 223958 h 913021"/>
                  <a:gd name="connsiteX10" fmla="*/ 574101 w 852117"/>
                  <a:gd name="connsiteY10" fmla="*/ 39172 h 913021"/>
                  <a:gd name="connsiteX11" fmla="*/ 703090 w 852117"/>
                  <a:gd name="connsiteY11" fmla="*/ 62958 h 913021"/>
                  <a:gd name="connsiteX12" fmla="*/ 709880 w 852117"/>
                  <a:gd name="connsiteY12" fmla="*/ 237369 h 913021"/>
                  <a:gd name="connsiteX13" fmla="*/ 714239 w 852117"/>
                  <a:gd name="connsiteY13" fmla="*/ 69553 h 913021"/>
                  <a:gd name="connsiteX14" fmla="*/ 822235 w 852117"/>
                  <a:gd name="connsiteY14" fmla="*/ 87329 h 913021"/>
                  <a:gd name="connsiteX15" fmla="*/ 851404 w 852117"/>
                  <a:gd name="connsiteY15" fmla="*/ 326326 h 913021"/>
                  <a:gd name="connsiteX16" fmla="*/ 762365 w 852117"/>
                  <a:gd name="connsiteY16" fmla="*/ 809335 h 913021"/>
                  <a:gd name="connsiteX17" fmla="*/ 751654 w 852117"/>
                  <a:gd name="connsiteY17" fmla="*/ 912259 h 913021"/>
                  <a:gd name="connsiteX18" fmla="*/ 380634 w 852117"/>
                  <a:gd name="connsiteY18" fmla="*/ 913021 h 913021"/>
                  <a:gd name="connsiteX19" fmla="*/ 361777 w 852117"/>
                  <a:gd name="connsiteY19" fmla="*/ 780857 h 913021"/>
                  <a:gd name="connsiteX20" fmla="*/ 259790 w 852117"/>
                  <a:gd name="connsiteY20" fmla="*/ 654805 h 913021"/>
                  <a:gd name="connsiteX21" fmla="*/ 127442 w 852117"/>
                  <a:gd name="connsiteY21" fmla="*/ 467151 h 913021"/>
                  <a:gd name="connsiteX22" fmla="*/ 0 w 852117"/>
                  <a:gd name="connsiteY22" fmla="*/ 226050 h 913021"/>
                  <a:gd name="connsiteX0" fmla="*/ 0 w 852117"/>
                  <a:gd name="connsiteY0" fmla="*/ 218504 h 905475"/>
                  <a:gd name="connsiteX1" fmla="*/ 235595 w 852117"/>
                  <a:gd name="connsiteY1" fmla="*/ 365610 h 905475"/>
                  <a:gd name="connsiteX2" fmla="*/ 311282 w 852117"/>
                  <a:gd name="connsiteY2" fmla="*/ 390450 h 905475"/>
                  <a:gd name="connsiteX3" fmla="*/ 331029 w 852117"/>
                  <a:gd name="connsiteY3" fmla="*/ 132121 h 905475"/>
                  <a:gd name="connsiteX4" fmla="*/ 328134 w 852117"/>
                  <a:gd name="connsiteY4" fmla="*/ 0 h 905475"/>
                  <a:gd name="connsiteX5" fmla="*/ 446516 w 852117"/>
                  <a:gd name="connsiteY5" fmla="*/ 3421 h 905475"/>
                  <a:gd name="connsiteX6" fmla="*/ 454992 w 852117"/>
                  <a:gd name="connsiteY6" fmla="*/ 224078 h 905475"/>
                  <a:gd name="connsiteX7" fmla="*/ 452843 w 852117"/>
                  <a:gd name="connsiteY7" fmla="*/ 6179 h 905475"/>
                  <a:gd name="connsiteX8" fmla="*/ 562280 w 852117"/>
                  <a:gd name="connsiteY8" fmla="*/ 31041 h 905475"/>
                  <a:gd name="connsiteX9" fmla="*/ 591089 w 852117"/>
                  <a:gd name="connsiteY9" fmla="*/ 216412 h 905475"/>
                  <a:gd name="connsiteX10" fmla="*/ 574101 w 852117"/>
                  <a:gd name="connsiteY10" fmla="*/ 31626 h 905475"/>
                  <a:gd name="connsiteX11" fmla="*/ 703090 w 852117"/>
                  <a:gd name="connsiteY11" fmla="*/ 55412 h 905475"/>
                  <a:gd name="connsiteX12" fmla="*/ 709880 w 852117"/>
                  <a:gd name="connsiteY12" fmla="*/ 229823 h 905475"/>
                  <a:gd name="connsiteX13" fmla="*/ 714239 w 852117"/>
                  <a:gd name="connsiteY13" fmla="*/ 62007 h 905475"/>
                  <a:gd name="connsiteX14" fmla="*/ 822235 w 852117"/>
                  <a:gd name="connsiteY14" fmla="*/ 79783 h 905475"/>
                  <a:gd name="connsiteX15" fmla="*/ 851404 w 852117"/>
                  <a:gd name="connsiteY15" fmla="*/ 318780 h 905475"/>
                  <a:gd name="connsiteX16" fmla="*/ 762365 w 852117"/>
                  <a:gd name="connsiteY16" fmla="*/ 801789 h 905475"/>
                  <a:gd name="connsiteX17" fmla="*/ 751654 w 852117"/>
                  <a:gd name="connsiteY17" fmla="*/ 904713 h 905475"/>
                  <a:gd name="connsiteX18" fmla="*/ 380634 w 852117"/>
                  <a:gd name="connsiteY18" fmla="*/ 905475 h 905475"/>
                  <a:gd name="connsiteX19" fmla="*/ 361777 w 852117"/>
                  <a:gd name="connsiteY19" fmla="*/ 773311 h 905475"/>
                  <a:gd name="connsiteX20" fmla="*/ 259790 w 852117"/>
                  <a:gd name="connsiteY20" fmla="*/ 647259 h 905475"/>
                  <a:gd name="connsiteX21" fmla="*/ 127442 w 852117"/>
                  <a:gd name="connsiteY21" fmla="*/ 459605 h 905475"/>
                  <a:gd name="connsiteX22" fmla="*/ 0 w 852117"/>
                  <a:gd name="connsiteY22" fmla="*/ 218504 h 905475"/>
                  <a:gd name="connsiteX0" fmla="*/ 0 w 852117"/>
                  <a:gd name="connsiteY0" fmla="*/ 222954 h 909925"/>
                  <a:gd name="connsiteX1" fmla="*/ 235595 w 852117"/>
                  <a:gd name="connsiteY1" fmla="*/ 370060 h 909925"/>
                  <a:gd name="connsiteX2" fmla="*/ 311282 w 852117"/>
                  <a:gd name="connsiteY2" fmla="*/ 394900 h 909925"/>
                  <a:gd name="connsiteX3" fmla="*/ 331029 w 852117"/>
                  <a:gd name="connsiteY3" fmla="*/ 136571 h 909925"/>
                  <a:gd name="connsiteX4" fmla="*/ 328134 w 852117"/>
                  <a:gd name="connsiteY4" fmla="*/ 4450 h 909925"/>
                  <a:gd name="connsiteX5" fmla="*/ 446516 w 852117"/>
                  <a:gd name="connsiteY5" fmla="*/ 7871 h 909925"/>
                  <a:gd name="connsiteX6" fmla="*/ 454992 w 852117"/>
                  <a:gd name="connsiteY6" fmla="*/ 228528 h 909925"/>
                  <a:gd name="connsiteX7" fmla="*/ 452843 w 852117"/>
                  <a:gd name="connsiteY7" fmla="*/ 10629 h 909925"/>
                  <a:gd name="connsiteX8" fmla="*/ 562280 w 852117"/>
                  <a:gd name="connsiteY8" fmla="*/ 35491 h 909925"/>
                  <a:gd name="connsiteX9" fmla="*/ 591089 w 852117"/>
                  <a:gd name="connsiteY9" fmla="*/ 220862 h 909925"/>
                  <a:gd name="connsiteX10" fmla="*/ 574101 w 852117"/>
                  <a:gd name="connsiteY10" fmla="*/ 36076 h 909925"/>
                  <a:gd name="connsiteX11" fmla="*/ 703090 w 852117"/>
                  <a:gd name="connsiteY11" fmla="*/ 59862 h 909925"/>
                  <a:gd name="connsiteX12" fmla="*/ 709880 w 852117"/>
                  <a:gd name="connsiteY12" fmla="*/ 234273 h 909925"/>
                  <a:gd name="connsiteX13" fmla="*/ 714239 w 852117"/>
                  <a:gd name="connsiteY13" fmla="*/ 66457 h 909925"/>
                  <a:gd name="connsiteX14" fmla="*/ 822235 w 852117"/>
                  <a:gd name="connsiteY14" fmla="*/ 84233 h 909925"/>
                  <a:gd name="connsiteX15" fmla="*/ 851404 w 852117"/>
                  <a:gd name="connsiteY15" fmla="*/ 323230 h 909925"/>
                  <a:gd name="connsiteX16" fmla="*/ 762365 w 852117"/>
                  <a:gd name="connsiteY16" fmla="*/ 806239 h 909925"/>
                  <a:gd name="connsiteX17" fmla="*/ 751654 w 852117"/>
                  <a:gd name="connsiteY17" fmla="*/ 909163 h 909925"/>
                  <a:gd name="connsiteX18" fmla="*/ 380634 w 852117"/>
                  <a:gd name="connsiteY18" fmla="*/ 909925 h 909925"/>
                  <a:gd name="connsiteX19" fmla="*/ 361777 w 852117"/>
                  <a:gd name="connsiteY19" fmla="*/ 777761 h 909925"/>
                  <a:gd name="connsiteX20" fmla="*/ 259790 w 852117"/>
                  <a:gd name="connsiteY20" fmla="*/ 651709 h 909925"/>
                  <a:gd name="connsiteX21" fmla="*/ 127442 w 852117"/>
                  <a:gd name="connsiteY21" fmla="*/ 464055 h 909925"/>
                  <a:gd name="connsiteX22" fmla="*/ 0 w 852117"/>
                  <a:gd name="connsiteY22" fmla="*/ 222954 h 909925"/>
                  <a:gd name="connsiteX0" fmla="*/ 0 w 852117"/>
                  <a:gd name="connsiteY0" fmla="*/ 220271 h 907242"/>
                  <a:gd name="connsiteX1" fmla="*/ 235595 w 852117"/>
                  <a:gd name="connsiteY1" fmla="*/ 367377 h 907242"/>
                  <a:gd name="connsiteX2" fmla="*/ 311282 w 852117"/>
                  <a:gd name="connsiteY2" fmla="*/ 392217 h 907242"/>
                  <a:gd name="connsiteX3" fmla="*/ 331029 w 852117"/>
                  <a:gd name="connsiteY3" fmla="*/ 133888 h 907242"/>
                  <a:gd name="connsiteX4" fmla="*/ 334903 w 852117"/>
                  <a:gd name="connsiteY4" fmla="*/ 14671 h 907242"/>
                  <a:gd name="connsiteX5" fmla="*/ 446516 w 852117"/>
                  <a:gd name="connsiteY5" fmla="*/ 5188 h 907242"/>
                  <a:gd name="connsiteX6" fmla="*/ 454992 w 852117"/>
                  <a:gd name="connsiteY6" fmla="*/ 225845 h 907242"/>
                  <a:gd name="connsiteX7" fmla="*/ 452843 w 852117"/>
                  <a:gd name="connsiteY7" fmla="*/ 7946 h 907242"/>
                  <a:gd name="connsiteX8" fmla="*/ 562280 w 852117"/>
                  <a:gd name="connsiteY8" fmla="*/ 32808 h 907242"/>
                  <a:gd name="connsiteX9" fmla="*/ 591089 w 852117"/>
                  <a:gd name="connsiteY9" fmla="*/ 218179 h 907242"/>
                  <a:gd name="connsiteX10" fmla="*/ 574101 w 852117"/>
                  <a:gd name="connsiteY10" fmla="*/ 33393 h 907242"/>
                  <a:gd name="connsiteX11" fmla="*/ 703090 w 852117"/>
                  <a:gd name="connsiteY11" fmla="*/ 57179 h 907242"/>
                  <a:gd name="connsiteX12" fmla="*/ 709880 w 852117"/>
                  <a:gd name="connsiteY12" fmla="*/ 231590 h 907242"/>
                  <a:gd name="connsiteX13" fmla="*/ 714239 w 852117"/>
                  <a:gd name="connsiteY13" fmla="*/ 63774 h 907242"/>
                  <a:gd name="connsiteX14" fmla="*/ 822235 w 852117"/>
                  <a:gd name="connsiteY14" fmla="*/ 81550 h 907242"/>
                  <a:gd name="connsiteX15" fmla="*/ 851404 w 852117"/>
                  <a:gd name="connsiteY15" fmla="*/ 320547 h 907242"/>
                  <a:gd name="connsiteX16" fmla="*/ 762365 w 852117"/>
                  <a:gd name="connsiteY16" fmla="*/ 803556 h 907242"/>
                  <a:gd name="connsiteX17" fmla="*/ 751654 w 852117"/>
                  <a:gd name="connsiteY17" fmla="*/ 906480 h 907242"/>
                  <a:gd name="connsiteX18" fmla="*/ 380634 w 852117"/>
                  <a:gd name="connsiteY18" fmla="*/ 907242 h 907242"/>
                  <a:gd name="connsiteX19" fmla="*/ 361777 w 852117"/>
                  <a:gd name="connsiteY19" fmla="*/ 775078 h 907242"/>
                  <a:gd name="connsiteX20" fmla="*/ 259790 w 852117"/>
                  <a:gd name="connsiteY20" fmla="*/ 649026 h 907242"/>
                  <a:gd name="connsiteX21" fmla="*/ 127442 w 852117"/>
                  <a:gd name="connsiteY21" fmla="*/ 461372 h 907242"/>
                  <a:gd name="connsiteX22" fmla="*/ 0 w 852117"/>
                  <a:gd name="connsiteY22" fmla="*/ 220271 h 907242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27442 w 852117"/>
                  <a:gd name="connsiteY21" fmla="*/ 465479 h 911349"/>
                  <a:gd name="connsiteX22" fmla="*/ 0 w 852117"/>
                  <a:gd name="connsiteY22" fmla="*/ 224378 h 911349"/>
                  <a:gd name="connsiteX0" fmla="*/ 0 w 852117"/>
                  <a:gd name="connsiteY0" fmla="*/ 224378 h 911349"/>
                  <a:gd name="connsiteX1" fmla="*/ 235595 w 852117"/>
                  <a:gd name="connsiteY1" fmla="*/ 371484 h 911349"/>
                  <a:gd name="connsiteX2" fmla="*/ 311282 w 852117"/>
                  <a:gd name="connsiteY2" fmla="*/ 396324 h 911349"/>
                  <a:gd name="connsiteX3" fmla="*/ 331029 w 852117"/>
                  <a:gd name="connsiteY3" fmla="*/ 137995 h 911349"/>
                  <a:gd name="connsiteX4" fmla="*/ 334903 w 852117"/>
                  <a:gd name="connsiteY4" fmla="*/ 18778 h 911349"/>
                  <a:gd name="connsiteX5" fmla="*/ 446516 w 852117"/>
                  <a:gd name="connsiteY5" fmla="*/ 9295 h 911349"/>
                  <a:gd name="connsiteX6" fmla="*/ 454992 w 852117"/>
                  <a:gd name="connsiteY6" fmla="*/ 229952 h 911349"/>
                  <a:gd name="connsiteX7" fmla="*/ 452843 w 852117"/>
                  <a:gd name="connsiteY7" fmla="*/ 12053 h 911349"/>
                  <a:gd name="connsiteX8" fmla="*/ 562280 w 852117"/>
                  <a:gd name="connsiteY8" fmla="*/ 36915 h 911349"/>
                  <a:gd name="connsiteX9" fmla="*/ 591089 w 852117"/>
                  <a:gd name="connsiteY9" fmla="*/ 222286 h 911349"/>
                  <a:gd name="connsiteX10" fmla="*/ 574101 w 852117"/>
                  <a:gd name="connsiteY10" fmla="*/ 37500 h 911349"/>
                  <a:gd name="connsiteX11" fmla="*/ 703090 w 852117"/>
                  <a:gd name="connsiteY11" fmla="*/ 61286 h 911349"/>
                  <a:gd name="connsiteX12" fmla="*/ 709880 w 852117"/>
                  <a:gd name="connsiteY12" fmla="*/ 235697 h 911349"/>
                  <a:gd name="connsiteX13" fmla="*/ 714239 w 852117"/>
                  <a:gd name="connsiteY13" fmla="*/ 67881 h 911349"/>
                  <a:gd name="connsiteX14" fmla="*/ 822235 w 852117"/>
                  <a:gd name="connsiteY14" fmla="*/ 85657 h 911349"/>
                  <a:gd name="connsiteX15" fmla="*/ 851404 w 852117"/>
                  <a:gd name="connsiteY15" fmla="*/ 324654 h 911349"/>
                  <a:gd name="connsiteX16" fmla="*/ 762365 w 852117"/>
                  <a:gd name="connsiteY16" fmla="*/ 807663 h 911349"/>
                  <a:gd name="connsiteX17" fmla="*/ 751654 w 852117"/>
                  <a:gd name="connsiteY17" fmla="*/ 910587 h 911349"/>
                  <a:gd name="connsiteX18" fmla="*/ 380634 w 852117"/>
                  <a:gd name="connsiteY18" fmla="*/ 911349 h 911349"/>
                  <a:gd name="connsiteX19" fmla="*/ 361777 w 852117"/>
                  <a:gd name="connsiteY19" fmla="*/ 779185 h 911349"/>
                  <a:gd name="connsiteX20" fmla="*/ 259790 w 852117"/>
                  <a:gd name="connsiteY20" fmla="*/ 653133 h 911349"/>
                  <a:gd name="connsiteX21" fmla="*/ 172766 w 852117"/>
                  <a:gd name="connsiteY21" fmla="*/ 437275 h 911349"/>
                  <a:gd name="connsiteX22" fmla="*/ 0 w 852117"/>
                  <a:gd name="connsiteY22" fmla="*/ 224378 h 911349"/>
                  <a:gd name="connsiteX0" fmla="*/ 22647 w 683324"/>
                  <a:gd name="connsiteY0" fmla="*/ 156238 h 911349"/>
                  <a:gd name="connsiteX1" fmla="*/ 66802 w 683324"/>
                  <a:gd name="connsiteY1" fmla="*/ 371484 h 911349"/>
                  <a:gd name="connsiteX2" fmla="*/ 142489 w 683324"/>
                  <a:gd name="connsiteY2" fmla="*/ 396324 h 911349"/>
                  <a:gd name="connsiteX3" fmla="*/ 162236 w 683324"/>
                  <a:gd name="connsiteY3" fmla="*/ 137995 h 911349"/>
                  <a:gd name="connsiteX4" fmla="*/ 166110 w 683324"/>
                  <a:gd name="connsiteY4" fmla="*/ 18778 h 911349"/>
                  <a:gd name="connsiteX5" fmla="*/ 277723 w 683324"/>
                  <a:gd name="connsiteY5" fmla="*/ 9295 h 911349"/>
                  <a:gd name="connsiteX6" fmla="*/ 286199 w 683324"/>
                  <a:gd name="connsiteY6" fmla="*/ 229952 h 911349"/>
                  <a:gd name="connsiteX7" fmla="*/ 284050 w 683324"/>
                  <a:gd name="connsiteY7" fmla="*/ 12053 h 911349"/>
                  <a:gd name="connsiteX8" fmla="*/ 393487 w 683324"/>
                  <a:gd name="connsiteY8" fmla="*/ 36915 h 911349"/>
                  <a:gd name="connsiteX9" fmla="*/ 422296 w 683324"/>
                  <a:gd name="connsiteY9" fmla="*/ 222286 h 911349"/>
                  <a:gd name="connsiteX10" fmla="*/ 405308 w 683324"/>
                  <a:gd name="connsiteY10" fmla="*/ 37500 h 911349"/>
                  <a:gd name="connsiteX11" fmla="*/ 534297 w 683324"/>
                  <a:gd name="connsiteY11" fmla="*/ 61286 h 911349"/>
                  <a:gd name="connsiteX12" fmla="*/ 541087 w 683324"/>
                  <a:gd name="connsiteY12" fmla="*/ 235697 h 911349"/>
                  <a:gd name="connsiteX13" fmla="*/ 545446 w 683324"/>
                  <a:gd name="connsiteY13" fmla="*/ 67881 h 911349"/>
                  <a:gd name="connsiteX14" fmla="*/ 653442 w 683324"/>
                  <a:gd name="connsiteY14" fmla="*/ 85657 h 911349"/>
                  <a:gd name="connsiteX15" fmla="*/ 682611 w 683324"/>
                  <a:gd name="connsiteY15" fmla="*/ 324654 h 911349"/>
                  <a:gd name="connsiteX16" fmla="*/ 593572 w 683324"/>
                  <a:gd name="connsiteY16" fmla="*/ 807663 h 911349"/>
                  <a:gd name="connsiteX17" fmla="*/ 582861 w 683324"/>
                  <a:gd name="connsiteY17" fmla="*/ 910587 h 911349"/>
                  <a:gd name="connsiteX18" fmla="*/ 211841 w 683324"/>
                  <a:gd name="connsiteY18" fmla="*/ 911349 h 911349"/>
                  <a:gd name="connsiteX19" fmla="*/ 192984 w 683324"/>
                  <a:gd name="connsiteY19" fmla="*/ 779185 h 911349"/>
                  <a:gd name="connsiteX20" fmla="*/ 90997 w 683324"/>
                  <a:gd name="connsiteY20" fmla="*/ 653133 h 911349"/>
                  <a:gd name="connsiteX21" fmla="*/ 3973 w 683324"/>
                  <a:gd name="connsiteY21" fmla="*/ 437275 h 911349"/>
                  <a:gd name="connsiteX22" fmla="*/ 22647 w 683324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28763 w 689440"/>
                  <a:gd name="connsiteY0" fmla="*/ 156238 h 911349"/>
                  <a:gd name="connsiteX1" fmla="*/ 72918 w 689440"/>
                  <a:gd name="connsiteY1" fmla="*/ 371484 h 911349"/>
                  <a:gd name="connsiteX2" fmla="*/ 148605 w 689440"/>
                  <a:gd name="connsiteY2" fmla="*/ 396324 h 911349"/>
                  <a:gd name="connsiteX3" fmla="*/ 168352 w 689440"/>
                  <a:gd name="connsiteY3" fmla="*/ 137995 h 911349"/>
                  <a:gd name="connsiteX4" fmla="*/ 172226 w 689440"/>
                  <a:gd name="connsiteY4" fmla="*/ 18778 h 911349"/>
                  <a:gd name="connsiteX5" fmla="*/ 283839 w 689440"/>
                  <a:gd name="connsiteY5" fmla="*/ 9295 h 911349"/>
                  <a:gd name="connsiteX6" fmla="*/ 292315 w 689440"/>
                  <a:gd name="connsiteY6" fmla="*/ 229952 h 911349"/>
                  <a:gd name="connsiteX7" fmla="*/ 290166 w 689440"/>
                  <a:gd name="connsiteY7" fmla="*/ 12053 h 911349"/>
                  <a:gd name="connsiteX8" fmla="*/ 399603 w 689440"/>
                  <a:gd name="connsiteY8" fmla="*/ 36915 h 911349"/>
                  <a:gd name="connsiteX9" fmla="*/ 428412 w 689440"/>
                  <a:gd name="connsiteY9" fmla="*/ 222286 h 911349"/>
                  <a:gd name="connsiteX10" fmla="*/ 411424 w 689440"/>
                  <a:gd name="connsiteY10" fmla="*/ 37500 h 911349"/>
                  <a:gd name="connsiteX11" fmla="*/ 540413 w 689440"/>
                  <a:gd name="connsiteY11" fmla="*/ 61286 h 911349"/>
                  <a:gd name="connsiteX12" fmla="*/ 547203 w 689440"/>
                  <a:gd name="connsiteY12" fmla="*/ 235697 h 911349"/>
                  <a:gd name="connsiteX13" fmla="*/ 551562 w 689440"/>
                  <a:gd name="connsiteY13" fmla="*/ 67881 h 911349"/>
                  <a:gd name="connsiteX14" fmla="*/ 659558 w 689440"/>
                  <a:gd name="connsiteY14" fmla="*/ 85657 h 911349"/>
                  <a:gd name="connsiteX15" fmla="*/ 688727 w 689440"/>
                  <a:gd name="connsiteY15" fmla="*/ 324654 h 911349"/>
                  <a:gd name="connsiteX16" fmla="*/ 599688 w 689440"/>
                  <a:gd name="connsiteY16" fmla="*/ 807663 h 911349"/>
                  <a:gd name="connsiteX17" fmla="*/ 588977 w 689440"/>
                  <a:gd name="connsiteY17" fmla="*/ 910587 h 911349"/>
                  <a:gd name="connsiteX18" fmla="*/ 217957 w 689440"/>
                  <a:gd name="connsiteY18" fmla="*/ 911349 h 911349"/>
                  <a:gd name="connsiteX19" fmla="*/ 199100 w 689440"/>
                  <a:gd name="connsiteY19" fmla="*/ 779185 h 911349"/>
                  <a:gd name="connsiteX20" fmla="*/ 97113 w 689440"/>
                  <a:gd name="connsiteY20" fmla="*/ 653133 h 911349"/>
                  <a:gd name="connsiteX21" fmla="*/ 10089 w 689440"/>
                  <a:gd name="connsiteY21" fmla="*/ 437275 h 911349"/>
                  <a:gd name="connsiteX22" fmla="*/ 28763 w 689440"/>
                  <a:gd name="connsiteY22" fmla="*/ 156238 h 911349"/>
                  <a:gd name="connsiteX0" fmla="*/ 56291 w 685678"/>
                  <a:gd name="connsiteY0" fmla="*/ 141091 h 911349"/>
                  <a:gd name="connsiteX1" fmla="*/ 69156 w 685678"/>
                  <a:gd name="connsiteY1" fmla="*/ 371484 h 911349"/>
                  <a:gd name="connsiteX2" fmla="*/ 144843 w 685678"/>
                  <a:gd name="connsiteY2" fmla="*/ 396324 h 911349"/>
                  <a:gd name="connsiteX3" fmla="*/ 164590 w 685678"/>
                  <a:gd name="connsiteY3" fmla="*/ 137995 h 911349"/>
                  <a:gd name="connsiteX4" fmla="*/ 168464 w 685678"/>
                  <a:gd name="connsiteY4" fmla="*/ 18778 h 911349"/>
                  <a:gd name="connsiteX5" fmla="*/ 280077 w 685678"/>
                  <a:gd name="connsiteY5" fmla="*/ 9295 h 911349"/>
                  <a:gd name="connsiteX6" fmla="*/ 288553 w 685678"/>
                  <a:gd name="connsiteY6" fmla="*/ 229952 h 911349"/>
                  <a:gd name="connsiteX7" fmla="*/ 286404 w 685678"/>
                  <a:gd name="connsiteY7" fmla="*/ 12053 h 911349"/>
                  <a:gd name="connsiteX8" fmla="*/ 395841 w 685678"/>
                  <a:gd name="connsiteY8" fmla="*/ 36915 h 911349"/>
                  <a:gd name="connsiteX9" fmla="*/ 424650 w 685678"/>
                  <a:gd name="connsiteY9" fmla="*/ 222286 h 911349"/>
                  <a:gd name="connsiteX10" fmla="*/ 407662 w 685678"/>
                  <a:gd name="connsiteY10" fmla="*/ 37500 h 911349"/>
                  <a:gd name="connsiteX11" fmla="*/ 536651 w 685678"/>
                  <a:gd name="connsiteY11" fmla="*/ 61286 h 911349"/>
                  <a:gd name="connsiteX12" fmla="*/ 543441 w 685678"/>
                  <a:gd name="connsiteY12" fmla="*/ 235697 h 911349"/>
                  <a:gd name="connsiteX13" fmla="*/ 547800 w 685678"/>
                  <a:gd name="connsiteY13" fmla="*/ 67881 h 911349"/>
                  <a:gd name="connsiteX14" fmla="*/ 655796 w 685678"/>
                  <a:gd name="connsiteY14" fmla="*/ 85657 h 911349"/>
                  <a:gd name="connsiteX15" fmla="*/ 684965 w 685678"/>
                  <a:gd name="connsiteY15" fmla="*/ 324654 h 911349"/>
                  <a:gd name="connsiteX16" fmla="*/ 595926 w 685678"/>
                  <a:gd name="connsiteY16" fmla="*/ 807663 h 911349"/>
                  <a:gd name="connsiteX17" fmla="*/ 585215 w 685678"/>
                  <a:gd name="connsiteY17" fmla="*/ 910587 h 911349"/>
                  <a:gd name="connsiteX18" fmla="*/ 214195 w 685678"/>
                  <a:gd name="connsiteY18" fmla="*/ 911349 h 911349"/>
                  <a:gd name="connsiteX19" fmla="*/ 195338 w 685678"/>
                  <a:gd name="connsiteY19" fmla="*/ 779185 h 911349"/>
                  <a:gd name="connsiteX20" fmla="*/ 93351 w 685678"/>
                  <a:gd name="connsiteY20" fmla="*/ 653133 h 911349"/>
                  <a:gd name="connsiteX21" fmla="*/ 6327 w 685678"/>
                  <a:gd name="connsiteY21" fmla="*/ 437275 h 911349"/>
                  <a:gd name="connsiteX22" fmla="*/ 56291 w 685678"/>
                  <a:gd name="connsiteY22" fmla="*/ 141091 h 911349"/>
                  <a:gd name="connsiteX0" fmla="*/ 58398 w 687785"/>
                  <a:gd name="connsiteY0" fmla="*/ 141091 h 911349"/>
                  <a:gd name="connsiteX1" fmla="*/ 71263 w 687785"/>
                  <a:gd name="connsiteY1" fmla="*/ 371484 h 911349"/>
                  <a:gd name="connsiteX2" fmla="*/ 146950 w 687785"/>
                  <a:gd name="connsiteY2" fmla="*/ 396324 h 911349"/>
                  <a:gd name="connsiteX3" fmla="*/ 166697 w 687785"/>
                  <a:gd name="connsiteY3" fmla="*/ 137995 h 911349"/>
                  <a:gd name="connsiteX4" fmla="*/ 170571 w 687785"/>
                  <a:gd name="connsiteY4" fmla="*/ 18778 h 911349"/>
                  <a:gd name="connsiteX5" fmla="*/ 282184 w 687785"/>
                  <a:gd name="connsiteY5" fmla="*/ 9295 h 911349"/>
                  <a:gd name="connsiteX6" fmla="*/ 290660 w 687785"/>
                  <a:gd name="connsiteY6" fmla="*/ 229952 h 911349"/>
                  <a:gd name="connsiteX7" fmla="*/ 288511 w 687785"/>
                  <a:gd name="connsiteY7" fmla="*/ 12053 h 911349"/>
                  <a:gd name="connsiteX8" fmla="*/ 397948 w 687785"/>
                  <a:gd name="connsiteY8" fmla="*/ 36915 h 911349"/>
                  <a:gd name="connsiteX9" fmla="*/ 426757 w 687785"/>
                  <a:gd name="connsiteY9" fmla="*/ 222286 h 911349"/>
                  <a:gd name="connsiteX10" fmla="*/ 409769 w 687785"/>
                  <a:gd name="connsiteY10" fmla="*/ 37500 h 911349"/>
                  <a:gd name="connsiteX11" fmla="*/ 538758 w 687785"/>
                  <a:gd name="connsiteY11" fmla="*/ 61286 h 911349"/>
                  <a:gd name="connsiteX12" fmla="*/ 545548 w 687785"/>
                  <a:gd name="connsiteY12" fmla="*/ 235697 h 911349"/>
                  <a:gd name="connsiteX13" fmla="*/ 549907 w 687785"/>
                  <a:gd name="connsiteY13" fmla="*/ 67881 h 911349"/>
                  <a:gd name="connsiteX14" fmla="*/ 657903 w 687785"/>
                  <a:gd name="connsiteY14" fmla="*/ 85657 h 911349"/>
                  <a:gd name="connsiteX15" fmla="*/ 687072 w 687785"/>
                  <a:gd name="connsiteY15" fmla="*/ 324654 h 911349"/>
                  <a:gd name="connsiteX16" fmla="*/ 598033 w 687785"/>
                  <a:gd name="connsiteY16" fmla="*/ 807663 h 911349"/>
                  <a:gd name="connsiteX17" fmla="*/ 587322 w 687785"/>
                  <a:gd name="connsiteY17" fmla="*/ 910587 h 911349"/>
                  <a:gd name="connsiteX18" fmla="*/ 216302 w 687785"/>
                  <a:gd name="connsiteY18" fmla="*/ 911349 h 911349"/>
                  <a:gd name="connsiteX19" fmla="*/ 197445 w 687785"/>
                  <a:gd name="connsiteY19" fmla="*/ 779185 h 911349"/>
                  <a:gd name="connsiteX20" fmla="*/ 95458 w 687785"/>
                  <a:gd name="connsiteY20" fmla="*/ 653133 h 911349"/>
                  <a:gd name="connsiteX21" fmla="*/ 8434 w 687785"/>
                  <a:gd name="connsiteY21" fmla="*/ 437275 h 911349"/>
                  <a:gd name="connsiteX22" fmla="*/ 58398 w 687785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52893 w 682280"/>
                  <a:gd name="connsiteY0" fmla="*/ 141091 h 911349"/>
                  <a:gd name="connsiteX1" fmla="*/ 65758 w 682280"/>
                  <a:gd name="connsiteY1" fmla="*/ 371484 h 911349"/>
                  <a:gd name="connsiteX2" fmla="*/ 141445 w 682280"/>
                  <a:gd name="connsiteY2" fmla="*/ 396324 h 911349"/>
                  <a:gd name="connsiteX3" fmla="*/ 161192 w 682280"/>
                  <a:gd name="connsiteY3" fmla="*/ 137995 h 911349"/>
                  <a:gd name="connsiteX4" fmla="*/ 165066 w 682280"/>
                  <a:gd name="connsiteY4" fmla="*/ 18778 h 911349"/>
                  <a:gd name="connsiteX5" fmla="*/ 276679 w 682280"/>
                  <a:gd name="connsiteY5" fmla="*/ 9295 h 911349"/>
                  <a:gd name="connsiteX6" fmla="*/ 285155 w 682280"/>
                  <a:gd name="connsiteY6" fmla="*/ 229952 h 911349"/>
                  <a:gd name="connsiteX7" fmla="*/ 283006 w 682280"/>
                  <a:gd name="connsiteY7" fmla="*/ 12053 h 911349"/>
                  <a:gd name="connsiteX8" fmla="*/ 392443 w 682280"/>
                  <a:gd name="connsiteY8" fmla="*/ 36915 h 911349"/>
                  <a:gd name="connsiteX9" fmla="*/ 421252 w 682280"/>
                  <a:gd name="connsiteY9" fmla="*/ 222286 h 911349"/>
                  <a:gd name="connsiteX10" fmla="*/ 404264 w 682280"/>
                  <a:gd name="connsiteY10" fmla="*/ 37500 h 911349"/>
                  <a:gd name="connsiteX11" fmla="*/ 533253 w 682280"/>
                  <a:gd name="connsiteY11" fmla="*/ 61286 h 911349"/>
                  <a:gd name="connsiteX12" fmla="*/ 540043 w 682280"/>
                  <a:gd name="connsiteY12" fmla="*/ 235697 h 911349"/>
                  <a:gd name="connsiteX13" fmla="*/ 544402 w 682280"/>
                  <a:gd name="connsiteY13" fmla="*/ 67881 h 911349"/>
                  <a:gd name="connsiteX14" fmla="*/ 652398 w 682280"/>
                  <a:gd name="connsiteY14" fmla="*/ 85657 h 911349"/>
                  <a:gd name="connsiteX15" fmla="*/ 681567 w 682280"/>
                  <a:gd name="connsiteY15" fmla="*/ 324654 h 911349"/>
                  <a:gd name="connsiteX16" fmla="*/ 592528 w 682280"/>
                  <a:gd name="connsiteY16" fmla="*/ 807663 h 911349"/>
                  <a:gd name="connsiteX17" fmla="*/ 581817 w 682280"/>
                  <a:gd name="connsiteY17" fmla="*/ 910587 h 911349"/>
                  <a:gd name="connsiteX18" fmla="*/ 210797 w 682280"/>
                  <a:gd name="connsiteY18" fmla="*/ 911349 h 911349"/>
                  <a:gd name="connsiteX19" fmla="*/ 191940 w 682280"/>
                  <a:gd name="connsiteY19" fmla="*/ 779185 h 911349"/>
                  <a:gd name="connsiteX20" fmla="*/ 89953 w 682280"/>
                  <a:gd name="connsiteY20" fmla="*/ 653133 h 911349"/>
                  <a:gd name="connsiteX21" fmla="*/ 2929 w 682280"/>
                  <a:gd name="connsiteY21" fmla="*/ 437275 h 911349"/>
                  <a:gd name="connsiteX22" fmla="*/ 52893 w 682280"/>
                  <a:gd name="connsiteY22" fmla="*/ 141091 h 911349"/>
                  <a:gd name="connsiteX0" fmla="*/ 60601 w 681763"/>
                  <a:gd name="connsiteY0" fmla="*/ 138676 h 911349"/>
                  <a:gd name="connsiteX1" fmla="*/ 65241 w 681763"/>
                  <a:gd name="connsiteY1" fmla="*/ 371484 h 911349"/>
                  <a:gd name="connsiteX2" fmla="*/ 140928 w 681763"/>
                  <a:gd name="connsiteY2" fmla="*/ 396324 h 911349"/>
                  <a:gd name="connsiteX3" fmla="*/ 160675 w 681763"/>
                  <a:gd name="connsiteY3" fmla="*/ 137995 h 911349"/>
                  <a:gd name="connsiteX4" fmla="*/ 164549 w 681763"/>
                  <a:gd name="connsiteY4" fmla="*/ 18778 h 911349"/>
                  <a:gd name="connsiteX5" fmla="*/ 276162 w 681763"/>
                  <a:gd name="connsiteY5" fmla="*/ 9295 h 911349"/>
                  <a:gd name="connsiteX6" fmla="*/ 284638 w 681763"/>
                  <a:gd name="connsiteY6" fmla="*/ 229952 h 911349"/>
                  <a:gd name="connsiteX7" fmla="*/ 282489 w 681763"/>
                  <a:gd name="connsiteY7" fmla="*/ 12053 h 911349"/>
                  <a:gd name="connsiteX8" fmla="*/ 391926 w 681763"/>
                  <a:gd name="connsiteY8" fmla="*/ 36915 h 911349"/>
                  <a:gd name="connsiteX9" fmla="*/ 420735 w 681763"/>
                  <a:gd name="connsiteY9" fmla="*/ 222286 h 911349"/>
                  <a:gd name="connsiteX10" fmla="*/ 403747 w 681763"/>
                  <a:gd name="connsiteY10" fmla="*/ 37500 h 911349"/>
                  <a:gd name="connsiteX11" fmla="*/ 532736 w 681763"/>
                  <a:gd name="connsiteY11" fmla="*/ 61286 h 911349"/>
                  <a:gd name="connsiteX12" fmla="*/ 539526 w 681763"/>
                  <a:gd name="connsiteY12" fmla="*/ 235697 h 911349"/>
                  <a:gd name="connsiteX13" fmla="*/ 543885 w 681763"/>
                  <a:gd name="connsiteY13" fmla="*/ 67881 h 911349"/>
                  <a:gd name="connsiteX14" fmla="*/ 651881 w 681763"/>
                  <a:gd name="connsiteY14" fmla="*/ 85657 h 911349"/>
                  <a:gd name="connsiteX15" fmla="*/ 681050 w 681763"/>
                  <a:gd name="connsiteY15" fmla="*/ 324654 h 911349"/>
                  <a:gd name="connsiteX16" fmla="*/ 592011 w 681763"/>
                  <a:gd name="connsiteY16" fmla="*/ 807663 h 911349"/>
                  <a:gd name="connsiteX17" fmla="*/ 581300 w 681763"/>
                  <a:gd name="connsiteY17" fmla="*/ 910587 h 911349"/>
                  <a:gd name="connsiteX18" fmla="*/ 210280 w 681763"/>
                  <a:gd name="connsiteY18" fmla="*/ 911349 h 911349"/>
                  <a:gd name="connsiteX19" fmla="*/ 191423 w 681763"/>
                  <a:gd name="connsiteY19" fmla="*/ 779185 h 911349"/>
                  <a:gd name="connsiteX20" fmla="*/ 89436 w 681763"/>
                  <a:gd name="connsiteY20" fmla="*/ 653133 h 911349"/>
                  <a:gd name="connsiteX21" fmla="*/ 2412 w 681763"/>
                  <a:gd name="connsiteY21" fmla="*/ 437275 h 911349"/>
                  <a:gd name="connsiteX22" fmla="*/ 60601 w 681763"/>
                  <a:gd name="connsiteY22" fmla="*/ 1386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66484 w 683006"/>
                  <a:gd name="connsiteY1" fmla="*/ 371484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83259 w 683006"/>
                  <a:gd name="connsiteY1" fmla="*/ 357622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  <a:gd name="connsiteX0" fmla="*/ 45719 w 683006"/>
                  <a:gd name="connsiteY0" fmla="*/ 134476 h 911349"/>
                  <a:gd name="connsiteX1" fmla="*/ 104061 w 683006"/>
                  <a:gd name="connsiteY1" fmla="*/ 357469 h 911349"/>
                  <a:gd name="connsiteX2" fmla="*/ 142171 w 683006"/>
                  <a:gd name="connsiteY2" fmla="*/ 396324 h 911349"/>
                  <a:gd name="connsiteX3" fmla="*/ 161918 w 683006"/>
                  <a:gd name="connsiteY3" fmla="*/ 137995 h 911349"/>
                  <a:gd name="connsiteX4" fmla="*/ 165792 w 683006"/>
                  <a:gd name="connsiteY4" fmla="*/ 18778 h 911349"/>
                  <a:gd name="connsiteX5" fmla="*/ 277405 w 683006"/>
                  <a:gd name="connsiteY5" fmla="*/ 9295 h 911349"/>
                  <a:gd name="connsiteX6" fmla="*/ 285881 w 683006"/>
                  <a:gd name="connsiteY6" fmla="*/ 229952 h 911349"/>
                  <a:gd name="connsiteX7" fmla="*/ 283732 w 683006"/>
                  <a:gd name="connsiteY7" fmla="*/ 12053 h 911349"/>
                  <a:gd name="connsiteX8" fmla="*/ 393169 w 683006"/>
                  <a:gd name="connsiteY8" fmla="*/ 36915 h 911349"/>
                  <a:gd name="connsiteX9" fmla="*/ 421978 w 683006"/>
                  <a:gd name="connsiteY9" fmla="*/ 222286 h 911349"/>
                  <a:gd name="connsiteX10" fmla="*/ 404990 w 683006"/>
                  <a:gd name="connsiteY10" fmla="*/ 37500 h 911349"/>
                  <a:gd name="connsiteX11" fmla="*/ 533979 w 683006"/>
                  <a:gd name="connsiteY11" fmla="*/ 61286 h 911349"/>
                  <a:gd name="connsiteX12" fmla="*/ 540769 w 683006"/>
                  <a:gd name="connsiteY12" fmla="*/ 235697 h 911349"/>
                  <a:gd name="connsiteX13" fmla="*/ 545128 w 683006"/>
                  <a:gd name="connsiteY13" fmla="*/ 67881 h 911349"/>
                  <a:gd name="connsiteX14" fmla="*/ 653124 w 683006"/>
                  <a:gd name="connsiteY14" fmla="*/ 85657 h 911349"/>
                  <a:gd name="connsiteX15" fmla="*/ 682293 w 683006"/>
                  <a:gd name="connsiteY15" fmla="*/ 324654 h 911349"/>
                  <a:gd name="connsiteX16" fmla="*/ 593254 w 683006"/>
                  <a:gd name="connsiteY16" fmla="*/ 807663 h 911349"/>
                  <a:gd name="connsiteX17" fmla="*/ 582543 w 683006"/>
                  <a:gd name="connsiteY17" fmla="*/ 910587 h 911349"/>
                  <a:gd name="connsiteX18" fmla="*/ 211523 w 683006"/>
                  <a:gd name="connsiteY18" fmla="*/ 911349 h 911349"/>
                  <a:gd name="connsiteX19" fmla="*/ 192666 w 683006"/>
                  <a:gd name="connsiteY19" fmla="*/ 779185 h 911349"/>
                  <a:gd name="connsiteX20" fmla="*/ 90679 w 683006"/>
                  <a:gd name="connsiteY20" fmla="*/ 653133 h 911349"/>
                  <a:gd name="connsiteX21" fmla="*/ 3655 w 683006"/>
                  <a:gd name="connsiteY21" fmla="*/ 437275 h 911349"/>
                  <a:gd name="connsiteX22" fmla="*/ 45719 w 683006"/>
                  <a:gd name="connsiteY22" fmla="*/ 134476 h 911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83006" h="911349">
                    <a:moveTo>
                      <a:pt x="45719" y="134476"/>
                    </a:moveTo>
                    <a:cubicBezTo>
                      <a:pt x="186906" y="178031"/>
                      <a:pt x="77411" y="293724"/>
                      <a:pt x="104061" y="357469"/>
                    </a:cubicBezTo>
                    <a:cubicBezTo>
                      <a:pt x="111327" y="384451"/>
                      <a:pt x="134405" y="424827"/>
                      <a:pt x="142171" y="396324"/>
                    </a:cubicBezTo>
                    <a:cubicBezTo>
                      <a:pt x="161497" y="378147"/>
                      <a:pt x="163714" y="263470"/>
                      <a:pt x="161918" y="137995"/>
                    </a:cubicBezTo>
                    <a:lnTo>
                      <a:pt x="165792" y="18778"/>
                    </a:lnTo>
                    <a:cubicBezTo>
                      <a:pt x="205100" y="-883"/>
                      <a:pt x="248431" y="-6838"/>
                      <a:pt x="277405" y="9295"/>
                    </a:cubicBezTo>
                    <a:lnTo>
                      <a:pt x="285881" y="229952"/>
                    </a:lnTo>
                    <a:cubicBezTo>
                      <a:pt x="292743" y="135104"/>
                      <a:pt x="288936" y="90619"/>
                      <a:pt x="283732" y="12053"/>
                    </a:cubicBezTo>
                    <a:cubicBezTo>
                      <a:pt x="344488" y="7410"/>
                      <a:pt x="362005" y="7292"/>
                      <a:pt x="393169" y="36915"/>
                    </a:cubicBezTo>
                    <a:cubicBezTo>
                      <a:pt x="432458" y="90909"/>
                      <a:pt x="415495" y="219932"/>
                      <a:pt x="421978" y="222286"/>
                    </a:cubicBezTo>
                    <a:cubicBezTo>
                      <a:pt x="425215" y="169590"/>
                      <a:pt x="440910" y="99095"/>
                      <a:pt x="404990" y="37500"/>
                    </a:cubicBezTo>
                    <a:cubicBezTo>
                      <a:pt x="452541" y="9313"/>
                      <a:pt x="505933" y="28253"/>
                      <a:pt x="533979" y="61286"/>
                    </a:cubicBezTo>
                    <a:cubicBezTo>
                      <a:pt x="556608" y="94319"/>
                      <a:pt x="532593" y="233695"/>
                      <a:pt x="540769" y="235697"/>
                    </a:cubicBezTo>
                    <a:cubicBezTo>
                      <a:pt x="546608" y="189844"/>
                      <a:pt x="564054" y="120930"/>
                      <a:pt x="545128" y="67881"/>
                    </a:cubicBezTo>
                    <a:cubicBezTo>
                      <a:pt x="600410" y="49193"/>
                      <a:pt x="614468" y="45569"/>
                      <a:pt x="653124" y="85657"/>
                    </a:cubicBezTo>
                    <a:cubicBezTo>
                      <a:pt x="678241" y="128452"/>
                      <a:pt x="685502" y="205222"/>
                      <a:pt x="682293" y="324654"/>
                    </a:cubicBezTo>
                    <a:cubicBezTo>
                      <a:pt x="682293" y="386243"/>
                      <a:pt x="685168" y="641728"/>
                      <a:pt x="593254" y="807663"/>
                    </a:cubicBezTo>
                    <a:cubicBezTo>
                      <a:pt x="562434" y="865879"/>
                      <a:pt x="574223" y="873371"/>
                      <a:pt x="582543" y="910587"/>
                    </a:cubicBezTo>
                    <a:lnTo>
                      <a:pt x="211523" y="911349"/>
                    </a:lnTo>
                    <a:cubicBezTo>
                      <a:pt x="212499" y="851582"/>
                      <a:pt x="236044" y="827966"/>
                      <a:pt x="192666" y="779185"/>
                    </a:cubicBezTo>
                    <a:cubicBezTo>
                      <a:pt x="170208" y="755505"/>
                      <a:pt x="148074" y="710617"/>
                      <a:pt x="90679" y="653133"/>
                    </a:cubicBezTo>
                    <a:cubicBezTo>
                      <a:pt x="33254" y="569821"/>
                      <a:pt x="26583" y="515785"/>
                      <a:pt x="3655" y="437275"/>
                    </a:cubicBezTo>
                    <a:cubicBezTo>
                      <a:pt x="-8217" y="341138"/>
                      <a:pt x="9615" y="253260"/>
                      <a:pt x="45719" y="13447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1">
                <a:extLst>
                  <a:ext uri="{FF2B5EF4-FFF2-40B4-BE49-F238E27FC236}">
                    <a16:creationId xmlns:a16="http://schemas.microsoft.com/office/drawing/2014/main" id="{BE0644A9-9A36-4D6B-8988-F77385589778}"/>
                  </a:ext>
                </a:extLst>
              </p:cNvPr>
              <p:cNvSpPr/>
              <p:nvPr/>
            </p:nvSpPr>
            <p:spPr>
              <a:xfrm rot="982074">
                <a:off x="2380909" y="2452410"/>
                <a:ext cx="298755" cy="50108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" name="그룹 14">
              <a:extLst>
                <a:ext uri="{FF2B5EF4-FFF2-40B4-BE49-F238E27FC236}">
                  <a16:creationId xmlns:a16="http://schemas.microsoft.com/office/drawing/2014/main" id="{ADC93A91-7C1B-42FA-A359-CD024A056C43}"/>
                </a:ext>
              </a:extLst>
            </p:cNvPr>
            <p:cNvGrpSpPr/>
            <p:nvPr/>
          </p:nvGrpSpPr>
          <p:grpSpPr>
            <a:xfrm rot="20116980">
              <a:off x="2078429" y="3116323"/>
              <a:ext cx="1009805" cy="1009805"/>
              <a:chOff x="6384003" y="3061995"/>
              <a:chExt cx="1968187" cy="1968187"/>
            </a:xfrm>
          </p:grpSpPr>
          <p:sp>
            <p:nvSpPr>
              <p:cNvPr id="64" name="원호 15">
                <a:extLst>
                  <a:ext uri="{FF2B5EF4-FFF2-40B4-BE49-F238E27FC236}">
                    <a16:creationId xmlns:a16="http://schemas.microsoft.com/office/drawing/2014/main" id="{BA8C3B27-0920-4FBD-87AB-E493B0795593}"/>
                  </a:ext>
                </a:extLst>
              </p:cNvPr>
              <p:cNvSpPr/>
              <p:nvPr/>
            </p:nvSpPr>
            <p:spPr>
              <a:xfrm>
                <a:off x="6384003" y="3061995"/>
                <a:ext cx="1968187" cy="1968187"/>
              </a:xfrm>
              <a:prstGeom prst="arc">
                <a:avLst>
                  <a:gd name="adj1" fmla="val 14786098"/>
                  <a:gd name="adj2" fmla="val 471423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원호 16">
                <a:extLst>
                  <a:ext uri="{FF2B5EF4-FFF2-40B4-BE49-F238E27FC236}">
                    <a16:creationId xmlns:a16="http://schemas.microsoft.com/office/drawing/2014/main" id="{AA29379C-BB7C-4ABD-BB37-DFC977056212}"/>
                  </a:ext>
                </a:extLst>
              </p:cNvPr>
              <p:cNvSpPr/>
              <p:nvPr/>
            </p:nvSpPr>
            <p:spPr>
              <a:xfrm>
                <a:off x="6503401" y="3202080"/>
                <a:ext cx="1612841" cy="1612841"/>
              </a:xfrm>
              <a:prstGeom prst="arc">
                <a:avLst>
                  <a:gd name="adj1" fmla="val 14786098"/>
                  <a:gd name="adj2" fmla="val 350082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원호 17">
                <a:extLst>
                  <a:ext uri="{FF2B5EF4-FFF2-40B4-BE49-F238E27FC236}">
                    <a16:creationId xmlns:a16="http://schemas.microsoft.com/office/drawing/2014/main" id="{E0AAEF8F-3298-4709-8CE9-9155006B20CF}"/>
                  </a:ext>
                </a:extLst>
              </p:cNvPr>
              <p:cNvSpPr/>
              <p:nvPr/>
            </p:nvSpPr>
            <p:spPr>
              <a:xfrm>
                <a:off x="6679890" y="3375378"/>
                <a:ext cx="1111135" cy="1111135"/>
              </a:xfrm>
              <a:prstGeom prst="arc">
                <a:avLst>
                  <a:gd name="adj1" fmla="val 14786098"/>
                  <a:gd name="adj2" fmla="val 0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원호 18">
                <a:extLst>
                  <a:ext uri="{FF2B5EF4-FFF2-40B4-BE49-F238E27FC236}">
                    <a16:creationId xmlns:a16="http://schemas.microsoft.com/office/drawing/2014/main" id="{F215A34D-458C-4EA4-ADF7-94AED3C42E7E}"/>
                  </a:ext>
                </a:extLst>
              </p:cNvPr>
              <p:cNvSpPr/>
              <p:nvPr/>
            </p:nvSpPr>
            <p:spPr>
              <a:xfrm>
                <a:off x="6804540" y="3545256"/>
                <a:ext cx="819951" cy="819951"/>
              </a:xfrm>
              <a:prstGeom prst="arc">
                <a:avLst>
                  <a:gd name="adj1" fmla="val 14786098"/>
                  <a:gd name="adj2" fmla="val 20780800"/>
                </a:avLst>
              </a:prstGeom>
              <a:ln w="22225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9107284-202D-4D0E-8C05-3F4364EACD94}"/>
              </a:ext>
            </a:extLst>
          </p:cNvPr>
          <p:cNvGrpSpPr/>
          <p:nvPr/>
        </p:nvGrpSpPr>
        <p:grpSpPr>
          <a:xfrm>
            <a:off x="301830" y="-33342"/>
            <a:ext cx="4150530" cy="2092881"/>
            <a:chOff x="4244163" y="1645867"/>
            <a:chExt cx="5285657" cy="209288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740AC5C-3116-4DAB-8F52-1A9CEB2927AF}"/>
                </a:ext>
              </a:extLst>
            </p:cNvPr>
            <p:cNvSpPr txBox="1"/>
            <p:nvPr/>
          </p:nvSpPr>
          <p:spPr>
            <a:xfrm>
              <a:off x="5792960" y="1923770"/>
              <a:ext cx="373686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6000" dirty="0">
                  <a:solidFill>
                    <a:schemeClr val="accent4">
                      <a:lumMod val="50000"/>
                    </a:schemeClr>
                  </a:solidFill>
                  <a:latin typeface="Arial Black" panose="020B0A04020102020204" pitchFamily="34" charset="0"/>
                  <a:cs typeface="Arial" pitchFamily="34" charset="0"/>
                </a:rPr>
                <a:t>ONUS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00F9E51-7DC1-4198-9CE2-B5836B6D0D35}"/>
                </a:ext>
              </a:extLst>
            </p:cNvPr>
            <p:cNvSpPr txBox="1"/>
            <p:nvPr/>
          </p:nvSpPr>
          <p:spPr>
            <a:xfrm>
              <a:off x="5792959" y="2681288"/>
              <a:ext cx="3736861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4000" b="1" dirty="0">
                  <a:solidFill>
                    <a:schemeClr val="tx2">
                      <a:lumMod val="75000"/>
                    </a:schemeClr>
                  </a:solidFill>
                  <a:latin typeface="Adobe Song Std L" panose="02020300000000000000" pitchFamily="18" charset="-128"/>
                  <a:ea typeface="Adobe Song Std L" panose="02020300000000000000" pitchFamily="18" charset="-128"/>
                  <a:cs typeface="Arial" pitchFamily="34" charset="0"/>
                </a:rPr>
                <a:t>奖金池</a:t>
              </a:r>
              <a:endParaRPr lang="en-US" altLang="ko-KR" sz="4000" b="1" dirty="0">
                <a:solidFill>
                  <a:schemeClr val="tx2">
                    <a:lumMod val="75000"/>
                  </a:schemeClr>
                </a:solidFill>
                <a:latin typeface="Adobe Song Std L" panose="02020300000000000000" pitchFamily="18" charset="-128"/>
                <a:ea typeface="Adobe Song Std L" panose="02020300000000000000" pitchFamily="18" charset="-128"/>
                <a:cs typeface="Arial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FB74E03-AD7B-4F32-89FC-06147EFF4CED}"/>
                </a:ext>
              </a:extLst>
            </p:cNvPr>
            <p:cNvSpPr txBox="1"/>
            <p:nvPr/>
          </p:nvSpPr>
          <p:spPr>
            <a:xfrm>
              <a:off x="4244163" y="1645867"/>
              <a:ext cx="1428068" cy="20928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3000" b="1" dirty="0">
                  <a:solidFill>
                    <a:schemeClr val="accent4">
                      <a:lumMod val="50000"/>
                    </a:schemeClr>
                  </a:solidFill>
                  <a:latin typeface="Arial Black" panose="020B0A04020102020204" pitchFamily="34" charset="0"/>
                  <a:ea typeface="Adobe Song Std L" panose="02020300000000000000" pitchFamily="18" charset="-128"/>
                  <a:cs typeface="Arial" pitchFamily="34" charset="0"/>
                </a:rPr>
                <a:t>B</a:t>
              </a:r>
            </a:p>
          </p:txBody>
        </p:sp>
      </p:grpSp>
      <p:sp>
        <p:nvSpPr>
          <p:cNvPr id="85" name="Google Shape;532;p56"/>
          <p:cNvSpPr/>
          <p:nvPr/>
        </p:nvSpPr>
        <p:spPr>
          <a:xfrm>
            <a:off x="6327788" y="1"/>
            <a:ext cx="5913299" cy="6858000"/>
          </a:xfrm>
          <a:prstGeom prst="rect">
            <a:avLst/>
          </a:prstGeom>
          <a:solidFill>
            <a:srgbClr val="325680">
              <a:alpha val="65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618;p63"/>
          <p:cNvSpPr txBox="1"/>
          <p:nvPr/>
        </p:nvSpPr>
        <p:spPr>
          <a:xfrm>
            <a:off x="6625284" y="1592751"/>
            <a:ext cx="5288100" cy="13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奖金池</a:t>
            </a:r>
            <a:r>
              <a:rPr lang="en-US" altLang="zh-CN" sz="2000" b="1" noProof="0" dirty="0">
                <a:solidFill>
                  <a:schemeClr val="bg1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-</a:t>
            </a:r>
            <a:r>
              <a:rPr lang="zh-CN" altLang="en-US" sz="2000" b="1" noProof="0" dirty="0">
                <a:solidFill>
                  <a:schemeClr val="bg1"/>
                </a:solidFill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资金来源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每一笔成交案件的佣金中，</a:t>
            </a:r>
            <a:r>
              <a:rPr lang="zh-CN" altLang="en-US" sz="2000" b="1" dirty="0">
                <a:solidFill>
                  <a:schemeClr val="bg1"/>
                </a:solidFill>
              </a:rPr>
              <a:t>提取 </a:t>
            </a:r>
            <a:r>
              <a:rPr lang="en-US" altLang="zh-CN" sz="2000" b="1" dirty="0">
                <a:solidFill>
                  <a:schemeClr val="bg1"/>
                </a:solidFill>
              </a:rPr>
              <a:t>2% </a:t>
            </a:r>
            <a:r>
              <a:rPr lang="zh-CN" altLang="en-US" sz="2000" b="1" dirty="0">
                <a:solidFill>
                  <a:schemeClr val="bg1"/>
                </a:solidFill>
              </a:rPr>
              <a:t>注入奖金池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整个公司所有已成交的贷款</a:t>
            </a:r>
            <a:r>
              <a:rPr lang="zh-CN" altLang="en-US" sz="2000" dirty="0">
                <a:solidFill>
                  <a:schemeClr val="bg1"/>
                </a:solidFill>
              </a:rPr>
              <a:t>，都会参与奖金池的累计</a:t>
            </a: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619;p63"/>
          <p:cNvSpPr txBox="1"/>
          <p:nvPr/>
        </p:nvSpPr>
        <p:spPr>
          <a:xfrm>
            <a:off x="6650384" y="3438013"/>
            <a:ext cx="5288100" cy="188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Override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  <a:t> 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133350" lvl="0">
              <a:lnSpc>
                <a:spcPct val="115000"/>
              </a:lnSpc>
              <a:spcBef>
                <a:spcPts val="1600"/>
              </a:spcBef>
              <a:buClr>
                <a:srgbClr val="434343"/>
              </a:buClr>
              <a:buSzPts val="1500"/>
            </a:pPr>
            <a:r>
              <a:rPr lang="zh-CN" altLang="en-US" sz="2000" dirty="0">
                <a:solidFill>
                  <a:schemeClr val="bg1"/>
                </a:solidFill>
              </a:rPr>
              <a:t>这些</a:t>
            </a:r>
            <a:r>
              <a:rPr lang="zh-CN" altLang="en-US" sz="2000" b="1" dirty="0">
                <a:solidFill>
                  <a:schemeClr val="bg1"/>
                </a:solidFill>
              </a:rPr>
              <a:t>业绩奖池和奖金池</a:t>
            </a:r>
            <a:r>
              <a:rPr lang="zh-CN" altLang="en-US" sz="2000" dirty="0">
                <a:solidFill>
                  <a:schemeClr val="bg1"/>
                </a:solidFill>
              </a:rPr>
              <a:t>允许符合资格的贷款顾问按比例（</a:t>
            </a:r>
            <a:r>
              <a:rPr lang="en-US" altLang="zh-CN" sz="2000" b="1" dirty="0">
                <a:solidFill>
                  <a:schemeClr val="bg1"/>
                </a:solidFill>
              </a:rPr>
              <a:t>pro-rata</a:t>
            </a:r>
            <a:r>
              <a:rPr lang="zh-CN" altLang="en-US" sz="2000" dirty="0">
                <a:solidFill>
                  <a:schemeClr val="bg1"/>
                </a:solidFill>
              </a:rPr>
              <a:t>）参与整个组织的 </a:t>
            </a:r>
            <a:r>
              <a:rPr lang="en-US" altLang="zh-CN" sz="2000" dirty="0">
                <a:solidFill>
                  <a:schemeClr val="bg1"/>
                </a:solidFill>
              </a:rPr>
              <a:t>override </a:t>
            </a:r>
            <a:r>
              <a:rPr lang="zh-CN" altLang="en-US" sz="2000" dirty="0">
                <a:solidFill>
                  <a:schemeClr val="bg1"/>
                </a:solidFill>
              </a:rPr>
              <a:t>分润</a:t>
            </a:r>
            <a:b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Sans" panose="020B0602030504020204" pitchFamily="34" charset="0"/>
                <a:ea typeface="Open Sans"/>
                <a:cs typeface="Open Sans"/>
                <a:sym typeface="Open Sans"/>
              </a:rPr>
            </a:br>
            <a:endParaRPr kumimoji="0" lang="e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ucida Sans" panose="020B0602030504020204" pitchFamily="34" charset="0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竞赛奖励</a:t>
            </a:r>
            <a:r>
              <a:rPr lang="zh-CN" altLang="en-US" sz="2000" dirty="0">
                <a:solidFill>
                  <a:schemeClr val="bg1"/>
                </a:solidFill>
              </a:rPr>
              <a:t>（</a:t>
            </a:r>
            <a:r>
              <a:rPr lang="en-US" sz="2000" dirty="0">
                <a:solidFill>
                  <a:schemeClr val="bg1"/>
                </a:solidFill>
              </a:rPr>
              <a:t>Contest）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限时活动奖金</a:t>
            </a:r>
            <a:r>
              <a:rPr lang="zh-CN" altLang="en-US" sz="2000" dirty="0">
                <a:solidFill>
                  <a:schemeClr val="bg1"/>
                </a:solidFill>
              </a:rPr>
              <a:t>（</a:t>
            </a:r>
            <a:r>
              <a:rPr lang="en-US" sz="2000" dirty="0">
                <a:solidFill>
                  <a:schemeClr val="bg1"/>
                </a:solidFill>
              </a:rPr>
              <a:t>Promotion）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</a:rPr>
              <a:t>旅游激励</a:t>
            </a:r>
            <a:r>
              <a:rPr lang="zh-CN" altLang="en-US" sz="2000" dirty="0">
                <a:solidFill>
                  <a:schemeClr val="bg1"/>
                </a:solidFill>
              </a:rPr>
              <a:t>（</a:t>
            </a:r>
            <a:r>
              <a:rPr lang="en-US" sz="2000" dirty="0">
                <a:solidFill>
                  <a:schemeClr val="bg1"/>
                </a:solidFill>
              </a:rPr>
              <a:t>Trips）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13D38AE-AFB0-27E5-76B5-563312E2C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E45B1ED-6DD2-4A6F-93F2-DA71B76A1A4E}"/>
              </a:ext>
            </a:extLst>
          </p:cNvPr>
          <p:cNvGrpSpPr/>
          <p:nvPr/>
        </p:nvGrpSpPr>
        <p:grpSpPr>
          <a:xfrm flipH="1">
            <a:off x="1517374" y="4452730"/>
            <a:ext cx="9225894" cy="1391478"/>
            <a:chOff x="1517374" y="4452730"/>
            <a:chExt cx="9225894" cy="1391478"/>
          </a:xfrm>
          <a:solidFill>
            <a:schemeClr val="accent2">
              <a:alpha val="70000"/>
            </a:scheme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9EFBF99-251C-4A7B-9E41-65FCA6933B30}"/>
                </a:ext>
              </a:extLst>
            </p:cNvPr>
            <p:cNvSpPr/>
            <p:nvPr/>
          </p:nvSpPr>
          <p:spPr>
            <a:xfrm>
              <a:off x="2543952" y="4452730"/>
              <a:ext cx="7172739" cy="1391478"/>
            </a:xfrm>
            <a:custGeom>
              <a:avLst/>
              <a:gdLst>
                <a:gd name="connsiteX0" fmla="*/ 0 w 7172739"/>
                <a:gd name="connsiteY0" fmla="*/ 0 h 1391478"/>
                <a:gd name="connsiteX1" fmla="*/ 6477000 w 7172739"/>
                <a:gd name="connsiteY1" fmla="*/ 0 h 1391478"/>
                <a:gd name="connsiteX2" fmla="*/ 7172739 w 7172739"/>
                <a:gd name="connsiteY2" fmla="*/ 695739 h 1391478"/>
                <a:gd name="connsiteX3" fmla="*/ 6477000 w 7172739"/>
                <a:gd name="connsiteY3" fmla="*/ 1391478 h 1391478"/>
                <a:gd name="connsiteX4" fmla="*/ 0 w 7172739"/>
                <a:gd name="connsiteY4" fmla="*/ 1391478 h 1391478"/>
                <a:gd name="connsiteX5" fmla="*/ 695739 w 7172739"/>
                <a:gd name="connsiteY5" fmla="*/ 695739 h 1391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72739" h="1391478">
                  <a:moveTo>
                    <a:pt x="0" y="0"/>
                  </a:moveTo>
                  <a:lnTo>
                    <a:pt x="6477000" y="0"/>
                  </a:lnTo>
                  <a:lnTo>
                    <a:pt x="7172739" y="695739"/>
                  </a:lnTo>
                  <a:lnTo>
                    <a:pt x="6477000" y="1391478"/>
                  </a:lnTo>
                  <a:lnTo>
                    <a:pt x="0" y="1391478"/>
                  </a:lnTo>
                  <a:lnTo>
                    <a:pt x="695739" y="695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</a:endParaRPr>
            </a:p>
          </p:txBody>
        </p:sp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51F76155-11C1-429C-AAFF-ADC19C2F361E}"/>
                </a:ext>
              </a:extLst>
            </p:cNvPr>
            <p:cNvSpPr/>
            <p:nvPr/>
          </p:nvSpPr>
          <p:spPr>
            <a:xfrm>
              <a:off x="9227060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</a:endParaRP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3E031B55-2B79-48E3-9875-EC6581992147}"/>
                </a:ext>
              </a:extLst>
            </p:cNvPr>
            <p:cNvSpPr/>
            <p:nvPr/>
          </p:nvSpPr>
          <p:spPr>
            <a:xfrm>
              <a:off x="9740348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EB4E3C0-DC6E-47C5-BF54-D227AD84009D}"/>
                </a:ext>
              </a:extLst>
            </p:cNvPr>
            <p:cNvSpPr/>
            <p:nvPr/>
          </p:nvSpPr>
          <p:spPr>
            <a:xfrm>
              <a:off x="1517374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A59C24FF-B12B-449C-93C4-888CA9A62C73}"/>
                </a:ext>
              </a:extLst>
            </p:cNvPr>
            <p:cNvSpPr/>
            <p:nvPr/>
          </p:nvSpPr>
          <p:spPr>
            <a:xfrm>
              <a:off x="2030663" y="4452730"/>
              <a:ext cx="1002920" cy="1391478"/>
            </a:xfrm>
            <a:prstGeom prst="chevron">
              <a:avLst>
                <a:gd name="adj" fmla="val 646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20C8F30-9C91-4D39-A29C-BCE4134E41E9}"/>
              </a:ext>
            </a:extLst>
          </p:cNvPr>
          <p:cNvSpPr txBox="1"/>
          <p:nvPr/>
        </p:nvSpPr>
        <p:spPr>
          <a:xfrm>
            <a:off x="3545372" y="4524064"/>
            <a:ext cx="5091732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THANK YOU</a:t>
            </a: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6BD264E-138C-08ED-DEAC-6C0DAD1D7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195" y="5844917"/>
            <a:ext cx="1786911" cy="7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859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 FLASHFOO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BA27"/>
      </a:accent1>
      <a:accent2>
        <a:srgbClr val="F3932D"/>
      </a:accent2>
      <a:accent3>
        <a:srgbClr val="79BA27"/>
      </a:accent3>
      <a:accent4>
        <a:srgbClr val="F2B662"/>
      </a:accent4>
      <a:accent5>
        <a:srgbClr val="F3932D"/>
      </a:accent5>
      <a:accent6>
        <a:srgbClr val="F2B662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 FLASHFOO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BA27"/>
      </a:accent1>
      <a:accent2>
        <a:srgbClr val="F3932D"/>
      </a:accent2>
      <a:accent3>
        <a:srgbClr val="79BA27"/>
      </a:accent3>
      <a:accent4>
        <a:srgbClr val="F2B662"/>
      </a:accent4>
      <a:accent5>
        <a:srgbClr val="F3932D"/>
      </a:accent5>
      <a:accent6>
        <a:srgbClr val="F2B662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 FLASHFOO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BA27"/>
      </a:accent1>
      <a:accent2>
        <a:srgbClr val="F3932D"/>
      </a:accent2>
      <a:accent3>
        <a:srgbClr val="79BA27"/>
      </a:accent3>
      <a:accent4>
        <a:srgbClr val="F2B662"/>
      </a:accent4>
      <a:accent5>
        <a:srgbClr val="F3932D"/>
      </a:accent5>
      <a:accent6>
        <a:srgbClr val="F2B662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23258</TotalTime>
  <Words>947</Words>
  <Application>Microsoft Office PowerPoint</Application>
  <PresentationFormat>Widescreen</PresentationFormat>
  <Paragraphs>222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Adobe Song Std L</vt:lpstr>
      <vt:lpstr>Arial</vt:lpstr>
      <vt:lpstr>Arial Black</vt:lpstr>
      <vt:lpstr>Calibri</vt:lpstr>
      <vt:lpstr>Lucida Sans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Ganhe  Zhang</cp:lastModifiedBy>
  <cp:revision>233</cp:revision>
  <cp:lastPrinted>2020-02-12T19:50:34Z</cp:lastPrinted>
  <dcterms:created xsi:type="dcterms:W3CDTF">2019-01-14T06:35:35Z</dcterms:created>
  <dcterms:modified xsi:type="dcterms:W3CDTF">2025-04-29T19:58:16Z</dcterms:modified>
</cp:coreProperties>
</file>